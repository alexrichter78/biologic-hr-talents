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7"/>
  </p:notesMasterIdLst>
  <p:sldIdLst>
    <p:sldId id="625" r:id="rId2"/>
    <p:sldId id="668" r:id="rId3"/>
    <p:sldId id="669" r:id="rId4"/>
    <p:sldId id="677" r:id="rId5"/>
    <p:sldId id="671" r:id="rId6"/>
    <p:sldId id="683" r:id="rId7"/>
    <p:sldId id="684" r:id="rId8"/>
    <p:sldId id="685" r:id="rId9"/>
    <p:sldId id="676" r:id="rId10"/>
    <p:sldId id="681" r:id="rId11"/>
    <p:sldId id="682" r:id="rId12"/>
    <p:sldId id="638" r:id="rId13"/>
    <p:sldId id="639" r:id="rId14"/>
    <p:sldId id="640" r:id="rId15"/>
    <p:sldId id="653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072"/>
    <a:srgbClr val="A70330"/>
    <a:srgbClr val="005191"/>
    <a:srgbClr val="EC8000"/>
    <a:srgbClr val="6E5537"/>
    <a:srgbClr val="C0B2A0"/>
    <a:srgbClr val="D4CABE"/>
    <a:srgbClr val="FF0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59927" autoAdjust="0"/>
  </p:normalViewPr>
  <p:slideViewPr>
    <p:cSldViewPr snapToGrid="0">
      <p:cViewPr varScale="1">
        <p:scale>
          <a:sx n="65" d="100"/>
          <a:sy n="65" d="100"/>
        </p:scale>
        <p:origin x="1992" y="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08" y="-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13787-B7A6-4025-BDEA-1DDF0D435C5B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68619-7137-43F7-ADB6-FAC5B7B901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193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de-DE" dirty="0"/>
              <a:t>Hallo herzlich </a:t>
            </a:r>
            <a:r>
              <a:rPr lang="de-DE"/>
              <a:t>willko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64DFF-ED96-4A58-9F15-75FD38243EF2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6705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0E27-CE7E-04B3-8E03-17D4F5CA2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937841-C772-7B7F-CC22-D2D68B186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723900"/>
            <a:ext cx="4457700" cy="2506663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7AEDC89-C126-F83B-659A-882A2FE64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3329940"/>
            <a:ext cx="5486400" cy="56769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7D84A9-ED62-031A-9C6D-D4FC8976E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64DFF-ED96-4A58-9F15-75FD38243EF2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2475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68619-7137-43F7-ADB6-FAC5B7B901E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8508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C7B2C-851E-4422-1A4D-270A96E0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0BE666-1DCB-AAA4-0673-0933238DC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8774AF7-8368-A419-2FB6-2FE935761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 indent="-449580">
              <a:lnSpc>
                <a:spcPct val="107000"/>
              </a:lnSpc>
              <a:spcBef>
                <a:spcPts val="200"/>
              </a:spcBef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BA88C7-DBEF-27FC-10FB-966999AF4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68619-7137-43F7-ADB6-FAC5B7B901E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6987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3A1A-8BED-D81D-58A0-6943C7A0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FE5E42-D834-F628-5B76-580527280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B7454A-EB2A-8B8B-B251-16C0207D8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9C73B1-C719-F598-4B84-794AC0D19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68619-7137-43F7-ADB6-FAC5B7B901E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478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870B-98D6-0504-24DA-05711664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1470581-5635-E66A-A63C-6680AA48B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6A30446-601E-42BF-6984-EB3D13649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2DD34A-8786-BF8D-F572-AF3ED390B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64DFF-ED96-4A58-9F15-75FD38243EF2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12878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94F0-7B15-2F70-74F5-36E54993A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6AAA8CA-0DEF-EEDA-8958-2534414CA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D61C87-FA1D-D954-60CE-E4B6E7322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91F3EF-8F3E-2BC5-EB26-834E0835E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64DFF-ED96-4A58-9F15-75FD38243EF2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9987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0C182-29A1-5B3C-3032-9D7CD291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9735C55-A1DB-31D8-BF3C-A4B29E6A1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FBCCA2-DB26-A778-6186-5E812DD3D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D469B6-097B-75B9-8DCE-34C086D9D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64DFF-ED96-4A58-9F15-75FD38243EF2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90455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68619-7137-43F7-ADB6-FAC5B7B901E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374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F6BB-B6A4-8590-A4B6-6AE0D9776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EF5EAF-F996-8599-D27A-CBA201D79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5CF9E32-7856-89DD-48EA-F705D49E9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F4D220-3BE5-4743-B368-695816C47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68619-7137-43F7-ADB6-FAC5B7B901E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033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279BE-6FF3-F56B-77F1-06CAB9AD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1D0454A-2440-A6AA-CF45-4113357ED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7253714-05B1-957E-D5D9-6B39F8C73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847607-7506-7BC3-BFB4-AADB2CAAF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68619-7137-43F7-ADB6-FAC5B7B901E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613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F7E33-2F98-CE3B-0DE9-BE79E1BA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AF5093-3840-7F21-CF1A-8AF2819F5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91B8827-BC58-C320-4C8E-DA2771D8A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3CDA3F-5BA7-BE09-F377-D26F569F3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64DFF-ED96-4A58-9F15-75FD38243EF2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896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C873-F20E-04A8-D618-3E80F7677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01F8CF-C14D-8189-9682-9E75F3AAF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1BEB45-753F-310F-543A-6B63E7D68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E202D1-FD68-1722-CB95-8A4035941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64DFF-ED96-4A58-9F15-75FD38243EF2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89099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E445-0EED-8A3A-C2C4-BE6C16C3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0839EAD-85EB-75FB-8199-7075113E8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D4BD33-D7F3-3361-C8E0-E82980B05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043EA3-86C7-637B-34B7-3D59323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64DFF-ED96-4A58-9F15-75FD38243EF2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85458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23A7-D971-3E9B-8CFA-5CCEBA89E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27FFF58-7755-B86D-DF46-2B01D2A23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6288074-030A-C621-2B53-CD0D05F90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521F20-5649-CC49-4CB0-E732EFC27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68619-7137-43F7-ADB6-FAC5B7B901EE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959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DAD84-827B-A62A-187D-DCFFE5753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13930C8-ACD6-5E41-58CA-60BA574B0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B2558F-48EC-F849-105B-6627EE37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778324-6665-531F-EB41-5FB10482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2C5422-EE1B-6B60-99EF-4F3AB1B0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42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31FE0-324D-238E-4CAA-22259E82E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0C16A7-EAAF-98A9-5663-89F36AF5E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C393BC-E713-DA22-397B-2EF93847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4AD224-776C-0277-1788-97613612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1C2DCC-ACD8-284A-6469-F82BED2E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23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FB4EB-1FEF-9386-C3DE-99379475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40A95A-5020-EF44-2AA1-B079FE604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C14200-6E47-308E-59F3-DB83B900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8E9E63-81EC-ED53-573A-06500ACD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F16636-0171-D9D8-A6C8-038F06D0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014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93A03-4DD1-C5F9-E50A-370A54A0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13A7E6-DCF7-6BDE-955A-0BF90B672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5C21A14-DF67-1ECB-1111-499B50B29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E031AF-5B14-54FC-1D27-2C47675D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0ACE28-8605-A2DA-1C7F-91E1CC59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E8E218-91A9-A673-5CB2-945D7B06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29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F4BB3-D1E6-362C-FD19-FFA04630D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07796A-3A24-E932-4E72-C26B69CA1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8C95F5-47B1-83C0-6381-8B9B5CBA6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0694B4-9DEF-FD57-8AB3-0BE83E81C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5281CA-4B3C-D256-6FAC-55BBB20CC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F917C95-1F75-33B0-1784-5AD263D68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3CE9028-A90E-8CBB-CC51-57731EE3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AE0556-F311-D411-2E22-EB58E756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4847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7E417D-7D7A-FDAC-0676-4983D48E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3F8D-AEFF-8EC8-D02A-2AC2587C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2B257AB-A076-742B-EB3E-80D91174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95498B-4A03-AB03-D0BC-5177351E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51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F20555B-4B63-EF21-E56C-BB5573D02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868AA4-F377-B99A-C4CA-17D43729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BCC4D-DD6E-EAAF-D2F7-7DC2D7E3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961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DA6D9-9D77-F55B-B2B2-20BFAF9F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C7F9A2-A8DE-5101-CE0C-62625AA98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C376CD-1D26-CE87-CFD3-064924399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27762E-8144-ABD8-B4E6-9AD00BCD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86045D-F570-E2A9-53E0-7DBEFC03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1E636B-E616-EFA0-FEFF-F66690FC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494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82357-B566-DABA-4E88-1A4DA6E87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98914B7-4FC5-75D6-0E8E-CF971EDAD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4C04EB-F1D1-2915-0595-4969441A0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CBE64B-2861-3024-1FD1-BBB414EE5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A716F4-8C84-A701-CCBA-CE8302C8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AC4B7D-7D0A-0E6A-A27F-09650857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77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3F3EC-4E2B-8DCD-E9EC-E5AE5E5B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872693D-D82C-8326-0788-E1C43BC4A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A8C81F-B784-02B8-A61B-E922150BD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CB784F-8280-DBCC-AF76-D82691A2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3276C1-2876-6D0B-D9A7-3028AB67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301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2AE173E-8401-9F34-BD78-904D436C3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66F08A-72C2-8529-5712-9C8645A16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294556-DA93-F794-45A3-8C951A7E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879C75-0B8F-CB03-B212-5FA8C1FF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841E80-2FB7-1B2E-8FFD-6404B3F7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10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3CF92DA6-B7C7-4AEB-9AED-753224C37E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04007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7B65E4-A3AC-04AA-3482-9CA6A0204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5093" y="742950"/>
            <a:ext cx="4760830" cy="6115050"/>
          </a:xfrm>
          <a:custGeom>
            <a:avLst/>
            <a:gdLst>
              <a:gd name="connsiteX0" fmla="*/ 331449 w 4760830"/>
              <a:gd name="connsiteY0" fmla="*/ 0 h 6115050"/>
              <a:gd name="connsiteX1" fmla="*/ 4429381 w 4760830"/>
              <a:gd name="connsiteY1" fmla="*/ 0 h 6115050"/>
              <a:gd name="connsiteX2" fmla="*/ 4760830 w 4760830"/>
              <a:gd name="connsiteY2" fmla="*/ 331449 h 6115050"/>
              <a:gd name="connsiteX3" fmla="*/ 4760830 w 4760830"/>
              <a:gd name="connsiteY3" fmla="*/ 6115050 h 6115050"/>
              <a:gd name="connsiteX4" fmla="*/ 0 w 4760830"/>
              <a:gd name="connsiteY4" fmla="*/ 6115050 h 6115050"/>
              <a:gd name="connsiteX5" fmla="*/ 0 w 4760830"/>
              <a:gd name="connsiteY5" fmla="*/ 331449 h 6115050"/>
              <a:gd name="connsiteX6" fmla="*/ 331449 w 4760830"/>
              <a:gd name="connsiteY6" fmla="*/ 0 h 611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60830" h="6115050">
                <a:moveTo>
                  <a:pt x="331449" y="0"/>
                </a:moveTo>
                <a:lnTo>
                  <a:pt x="4429381" y="0"/>
                </a:lnTo>
                <a:cubicBezTo>
                  <a:pt x="4612435" y="0"/>
                  <a:pt x="4760830" y="148395"/>
                  <a:pt x="4760830" y="331449"/>
                </a:cubicBezTo>
                <a:lnTo>
                  <a:pt x="4760830" y="6115050"/>
                </a:lnTo>
                <a:lnTo>
                  <a:pt x="0" y="6115050"/>
                </a:lnTo>
                <a:lnTo>
                  <a:pt x="0" y="331449"/>
                </a:lnTo>
                <a:cubicBezTo>
                  <a:pt x="0" y="148395"/>
                  <a:pt x="148395" y="0"/>
                  <a:pt x="3314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8A788D8-E234-3701-8ACD-91D75537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781233-C2C4-A521-4C95-5CE630F8D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3961EA-E699-7A5E-F094-40F3DC3A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DCDDE-9269-47EF-85B8-399DCA43EDD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0DBD08-CEAE-DFE1-22BD-9E224E52C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857A63-2BC8-8A2A-7C33-9C15F5B53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061E3-BAD7-46EB-948F-C5EC0CD9A6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2910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gif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Kleidung, Person, Wand, Schuhwerk enthält.&#10;&#10;Automatisch generierte Beschreibung">
            <a:extLst>
              <a:ext uri="{FF2B5EF4-FFF2-40B4-BE49-F238E27FC236}">
                <a16:creationId xmlns:a16="http://schemas.microsoft.com/office/drawing/2014/main" id="{B9E54441-CB73-B393-268A-88F3E6754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6F4A001-EA8A-4FC3-2129-1DDFD8DE2A5E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88000">
                <a:schemeClr val="bg1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514E4A23-264E-F056-FE76-1633BD21ED74}"/>
              </a:ext>
            </a:extLst>
          </p:cNvPr>
          <p:cNvSpPr txBox="1"/>
          <p:nvPr/>
        </p:nvSpPr>
        <p:spPr>
          <a:xfrm>
            <a:off x="416391" y="4794118"/>
            <a:ext cx="10908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800" noProof="0" dirty="0">
                <a:solidFill>
                  <a:srgbClr val="707072"/>
                </a:solidFill>
                <a:latin typeface="Montserrat" pitchFamily="2" charset="0"/>
              </a:rPr>
              <a:t>RECRUITING</a:t>
            </a:r>
          </a:p>
          <a:p>
            <a:r>
              <a:rPr lang="de-DE" sz="4800" noProof="0" dirty="0">
                <a:solidFill>
                  <a:srgbClr val="6E5537"/>
                </a:solidFill>
                <a:latin typeface="Montserrat" pitchFamily="2" charset="0"/>
              </a:rPr>
              <a:t>MIT DER BIOLOGIC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AE1FDB-B25C-57D6-A112-86ACF302D000}"/>
              </a:ext>
            </a:extLst>
          </p:cNvPr>
          <p:cNvSpPr/>
          <p:nvPr/>
        </p:nvSpPr>
        <p:spPr>
          <a:xfrm>
            <a:off x="419100" y="0"/>
            <a:ext cx="190500" cy="1044000"/>
          </a:xfrm>
          <a:prstGeom prst="rect">
            <a:avLst/>
          </a:prstGeom>
          <a:solidFill>
            <a:srgbClr val="6E55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9559588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C33F-42AF-6BCD-BF72-8302226F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6447FB0A-A3A9-A279-0C1C-EA87BDFEFF43}"/>
              </a:ext>
            </a:extLst>
          </p:cNvPr>
          <p:cNvSpPr/>
          <p:nvPr/>
        </p:nvSpPr>
        <p:spPr>
          <a:xfrm>
            <a:off x="-4274" y="3070630"/>
            <a:ext cx="12192000" cy="3813344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0">
                <a:schemeClr val="bg1">
                  <a:lumMod val="85000"/>
                </a:schemeClr>
              </a:gs>
              <a:gs pos="59000">
                <a:srgbClr val="EBEBEB">
                  <a:alpha val="5000"/>
                </a:srgbClr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538E3-71C5-E805-EFCB-3505B0898347}"/>
              </a:ext>
            </a:extLst>
          </p:cNvPr>
          <p:cNvSpPr txBox="1"/>
          <p:nvPr/>
        </p:nvSpPr>
        <p:spPr>
          <a:xfrm>
            <a:off x="445174" y="329757"/>
            <a:ext cx="7453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noProof="0" dirty="0">
                <a:solidFill>
                  <a:srgbClr val="707072"/>
                </a:solidFill>
                <a:latin typeface="Montserrat" pitchFamily="2" charset="0"/>
              </a:rPr>
              <a:t>DER RECRUITINGPROZESS</a:t>
            </a:r>
            <a:r>
              <a:rPr lang="de-DE" sz="3600" noProof="0" dirty="0">
                <a:solidFill>
                  <a:srgbClr val="6E5537"/>
                </a:solidFill>
                <a:latin typeface="Montserrat" pitchFamily="2" charset="0"/>
              </a:rPr>
              <a:t> </a:t>
            </a:r>
          </a:p>
          <a:p>
            <a:r>
              <a:rPr lang="de-DE" sz="3600" noProof="0" dirty="0">
                <a:solidFill>
                  <a:srgbClr val="6E5537"/>
                </a:solidFill>
                <a:latin typeface="Montserrat" pitchFamily="2" charset="0"/>
              </a:rPr>
              <a:t>IN 6 SCHRITTEN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0DF9554A-AA71-6D0E-D3E5-E60CA64914DF}"/>
              </a:ext>
            </a:extLst>
          </p:cNvPr>
          <p:cNvGrpSpPr/>
          <p:nvPr/>
        </p:nvGrpSpPr>
        <p:grpSpPr>
          <a:xfrm rot="2980602">
            <a:off x="5252807" y="-1830216"/>
            <a:ext cx="15651267" cy="5032690"/>
            <a:chOff x="-1052091" y="-1253208"/>
            <a:chExt cx="9331335" cy="3000507"/>
          </a:xfrm>
          <a:solidFill>
            <a:schemeClr val="bg1">
              <a:lumMod val="85000"/>
            </a:schemeClr>
          </a:solidFill>
        </p:grpSpPr>
        <p:sp>
          <p:nvSpPr>
            <p:cNvPr id="8" name="Freeform 172">
              <a:extLst>
                <a:ext uri="{FF2B5EF4-FFF2-40B4-BE49-F238E27FC236}">
                  <a16:creationId xmlns:a16="http://schemas.microsoft.com/office/drawing/2014/main" id="{F47397B1-F4FB-2568-482B-CD8DC3D99263}"/>
                </a:ext>
              </a:extLst>
            </p:cNvPr>
            <p:cNvSpPr/>
            <p:nvPr/>
          </p:nvSpPr>
          <p:spPr>
            <a:xfrm>
              <a:off x="-1052091" y="-10083"/>
              <a:ext cx="9318432" cy="1757382"/>
            </a:xfrm>
            <a:custGeom>
              <a:avLst/>
              <a:gdLst>
                <a:gd name="connsiteX0" fmla="*/ 17817 w 20542684"/>
                <a:gd name="connsiteY0" fmla="*/ 3613989 h 3874187"/>
                <a:gd name="connsiteX1" fmla="*/ 4012983 w 20542684"/>
                <a:gd name="connsiteY1" fmla="*/ 3130310 h 3874187"/>
                <a:gd name="connsiteX2" fmla="*/ 8399436 w 20542684"/>
                <a:gd name="connsiteY2" fmla="*/ 3873260 h 3874187"/>
                <a:gd name="connsiteX3" fmla="*/ 10488173 w 20542684"/>
                <a:gd name="connsiteY3" fmla="*/ 3517883 h 3874187"/>
                <a:gd name="connsiteX4" fmla="*/ 12210864 w 20542684"/>
                <a:gd name="connsiteY4" fmla="*/ 2576908 h 3874187"/>
                <a:gd name="connsiteX5" fmla="*/ 13879739 w 20542684"/>
                <a:gd name="connsiteY5" fmla="*/ 1463244 h 3874187"/>
                <a:gd name="connsiteX6" fmla="*/ 15800075 w 20542684"/>
                <a:gd name="connsiteY6" fmla="*/ 553416 h 3874187"/>
                <a:gd name="connsiteX7" fmla="*/ 19967262 w 20542684"/>
                <a:gd name="connsiteY7" fmla="*/ 73928 h 3874187"/>
                <a:gd name="connsiteX8" fmla="*/ 20527714 w 20542684"/>
                <a:gd name="connsiteY8" fmla="*/ 150128 h 3874187"/>
                <a:gd name="connsiteX9" fmla="*/ 20534096 w 20542684"/>
                <a:gd name="connsiteY9" fmla="*/ 127078 h 3874187"/>
                <a:gd name="connsiteX10" fmla="*/ 16371099 w 20542684"/>
                <a:gd name="connsiteY10" fmla="*/ 351963 h 3874187"/>
                <a:gd name="connsiteX11" fmla="*/ 14438000 w 20542684"/>
                <a:gd name="connsiteY11" fmla="*/ 1116439 h 3874187"/>
                <a:gd name="connsiteX12" fmla="*/ 12705688 w 20542684"/>
                <a:gd name="connsiteY12" fmla="*/ 2213243 h 3874187"/>
                <a:gd name="connsiteX13" fmla="*/ 10997094 w 20542684"/>
                <a:gd name="connsiteY13" fmla="*/ 3266137 h 3874187"/>
                <a:gd name="connsiteX14" fmla="*/ 8895879 w 20542684"/>
                <a:gd name="connsiteY14" fmla="*/ 3839256 h 3874187"/>
                <a:gd name="connsiteX15" fmla="*/ 4360264 w 20542684"/>
                <a:gd name="connsiteY15" fmla="*/ 3165934 h 3874187"/>
                <a:gd name="connsiteX16" fmla="*/ 453585 w 20542684"/>
                <a:gd name="connsiteY16" fmla="*/ 3361101 h 3874187"/>
                <a:gd name="connsiteX17" fmla="*/ 5910 w 20542684"/>
                <a:gd name="connsiteY17" fmla="*/ 3593416 h 3874187"/>
                <a:gd name="connsiteX18" fmla="*/ 1625 w 20542684"/>
                <a:gd name="connsiteY18" fmla="*/ 3609704 h 3874187"/>
                <a:gd name="connsiteX19" fmla="*/ 17912 w 20542684"/>
                <a:gd name="connsiteY19" fmla="*/ 3613990 h 387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542684" h="3874187">
                  <a:moveTo>
                    <a:pt x="17817" y="3613989"/>
                  </a:moveTo>
                  <a:cubicBezTo>
                    <a:pt x="1217967" y="2894185"/>
                    <a:pt x="2674244" y="2917141"/>
                    <a:pt x="4012983" y="3130310"/>
                  </a:cubicBezTo>
                  <a:cubicBezTo>
                    <a:pt x="5477356" y="3363577"/>
                    <a:pt x="6905725" y="3847638"/>
                    <a:pt x="8399436" y="3873260"/>
                  </a:cubicBezTo>
                  <a:cubicBezTo>
                    <a:pt x="9113811" y="3885452"/>
                    <a:pt x="9820947" y="3778010"/>
                    <a:pt x="10488173" y="3517883"/>
                  </a:cubicBezTo>
                  <a:cubicBezTo>
                    <a:pt x="11100059" y="3279758"/>
                    <a:pt x="11665177" y="2938667"/>
                    <a:pt x="12210864" y="2576908"/>
                  </a:cubicBezTo>
                  <a:cubicBezTo>
                    <a:pt x="12768267" y="2207528"/>
                    <a:pt x="13309478" y="1813193"/>
                    <a:pt x="13879739" y="1463244"/>
                  </a:cubicBezTo>
                  <a:cubicBezTo>
                    <a:pt x="14484620" y="1090594"/>
                    <a:pt x="15128591" y="785489"/>
                    <a:pt x="15800075" y="553416"/>
                  </a:cubicBezTo>
                  <a:cubicBezTo>
                    <a:pt x="17132718" y="95264"/>
                    <a:pt x="18565278" y="-72281"/>
                    <a:pt x="19967262" y="73928"/>
                  </a:cubicBezTo>
                  <a:cubicBezTo>
                    <a:pt x="20154778" y="93550"/>
                    <a:pt x="20341594" y="118950"/>
                    <a:pt x="20527714" y="150128"/>
                  </a:cubicBezTo>
                  <a:cubicBezTo>
                    <a:pt x="20542762" y="152509"/>
                    <a:pt x="20549144" y="129649"/>
                    <a:pt x="20534096" y="127078"/>
                  </a:cubicBezTo>
                  <a:cubicBezTo>
                    <a:pt x="19150398" y="-100379"/>
                    <a:pt x="17722602" y="-20750"/>
                    <a:pt x="16371099" y="351963"/>
                  </a:cubicBezTo>
                  <a:cubicBezTo>
                    <a:pt x="15701031" y="536277"/>
                    <a:pt x="15052888" y="792596"/>
                    <a:pt x="14438000" y="1116439"/>
                  </a:cubicBezTo>
                  <a:cubicBezTo>
                    <a:pt x="13832591" y="1436003"/>
                    <a:pt x="13269378" y="1826528"/>
                    <a:pt x="12705688" y="2213243"/>
                  </a:cubicBezTo>
                  <a:cubicBezTo>
                    <a:pt x="12153905" y="2591291"/>
                    <a:pt x="11597645" y="2968576"/>
                    <a:pt x="10997094" y="3266137"/>
                  </a:cubicBezTo>
                  <a:cubicBezTo>
                    <a:pt x="10336344" y="3593511"/>
                    <a:pt x="9633590" y="3795155"/>
                    <a:pt x="8895879" y="3839256"/>
                  </a:cubicBezTo>
                  <a:cubicBezTo>
                    <a:pt x="7351972" y="3931649"/>
                    <a:pt x="5861118" y="3441302"/>
                    <a:pt x="4360264" y="3165934"/>
                  </a:cubicBezTo>
                  <a:cubicBezTo>
                    <a:pt x="3077532" y="2930571"/>
                    <a:pt x="1678215" y="2823605"/>
                    <a:pt x="453585" y="3361101"/>
                  </a:cubicBezTo>
                  <a:cubicBezTo>
                    <a:pt x="299615" y="3429030"/>
                    <a:pt x="150092" y="3506623"/>
                    <a:pt x="5910" y="3593416"/>
                  </a:cubicBezTo>
                  <a:cubicBezTo>
                    <a:pt x="229" y="3596730"/>
                    <a:pt x="-1690" y="3604022"/>
                    <a:pt x="1625" y="3609704"/>
                  </a:cubicBezTo>
                  <a:cubicBezTo>
                    <a:pt x="4938" y="3615385"/>
                    <a:pt x="12231" y="3617304"/>
                    <a:pt x="17912" y="3613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9" name="Freeform 173">
              <a:extLst>
                <a:ext uri="{FF2B5EF4-FFF2-40B4-BE49-F238E27FC236}">
                  <a16:creationId xmlns:a16="http://schemas.microsoft.com/office/drawing/2014/main" id="{1F7DD095-33E4-FAF6-4205-1D34CADC41F7}"/>
                </a:ext>
              </a:extLst>
            </p:cNvPr>
            <p:cNvSpPr/>
            <p:nvPr/>
          </p:nvSpPr>
          <p:spPr>
            <a:xfrm>
              <a:off x="-1049093" y="-163208"/>
              <a:ext cx="9316875" cy="1819901"/>
            </a:xfrm>
            <a:custGeom>
              <a:avLst/>
              <a:gdLst>
                <a:gd name="connsiteX0" fmla="*/ 15018 w 20539253"/>
                <a:gd name="connsiteY0" fmla="*/ 3622467 h 4012011"/>
                <a:gd name="connsiteX1" fmla="*/ 4096195 w 20539253"/>
                <a:gd name="connsiteY1" fmla="*/ 3152599 h 4012011"/>
                <a:gd name="connsiteX2" fmla="*/ 6294089 w 20539253"/>
                <a:gd name="connsiteY2" fmla="*/ 3640565 h 4012011"/>
                <a:gd name="connsiteX3" fmla="*/ 8537416 w 20539253"/>
                <a:gd name="connsiteY3" fmla="*/ 4009468 h 4012011"/>
                <a:gd name="connsiteX4" fmla="*/ 10549763 w 20539253"/>
                <a:gd name="connsiteY4" fmla="*/ 3635802 h 4012011"/>
                <a:gd name="connsiteX5" fmla="*/ 12209875 w 20539253"/>
                <a:gd name="connsiteY5" fmla="*/ 2609198 h 4012011"/>
                <a:gd name="connsiteX6" fmla="*/ 13810837 w 20539253"/>
                <a:gd name="connsiteY6" fmla="*/ 1444957 h 4012011"/>
                <a:gd name="connsiteX7" fmla="*/ 15731458 w 20539253"/>
                <a:gd name="connsiteY7" fmla="*/ 529223 h 4012011"/>
                <a:gd name="connsiteX8" fmla="*/ 19970084 w 20539253"/>
                <a:gd name="connsiteY8" fmla="*/ 81548 h 4012011"/>
                <a:gd name="connsiteX9" fmla="*/ 20525106 w 20539253"/>
                <a:gd name="connsiteY9" fmla="*/ 157748 h 4012011"/>
                <a:gd name="connsiteX10" fmla="*/ 20531106 w 20539253"/>
                <a:gd name="connsiteY10" fmla="*/ 136031 h 4012011"/>
                <a:gd name="connsiteX11" fmla="*/ 16314579 w 20539253"/>
                <a:gd name="connsiteY11" fmla="*/ 329960 h 4012011"/>
                <a:gd name="connsiteX12" fmla="*/ 14353191 w 20539253"/>
                <a:gd name="connsiteY12" fmla="*/ 1100057 h 4012011"/>
                <a:gd name="connsiteX13" fmla="*/ 12686316 w 20539253"/>
                <a:gd name="connsiteY13" fmla="*/ 2222864 h 4012011"/>
                <a:gd name="connsiteX14" fmla="*/ 11049159 w 20539253"/>
                <a:gd name="connsiteY14" fmla="*/ 3358148 h 4012011"/>
                <a:gd name="connsiteX15" fmla="*/ 9042622 w 20539253"/>
                <a:gd name="connsiteY15" fmla="*/ 3979941 h 4012011"/>
                <a:gd name="connsiteX16" fmla="*/ 6695663 w 20539253"/>
                <a:gd name="connsiteY16" fmla="*/ 3713241 h 4012011"/>
                <a:gd name="connsiteX17" fmla="*/ 4459288 w 20539253"/>
                <a:gd name="connsiteY17" fmla="*/ 3195080 h 4012011"/>
                <a:gd name="connsiteX18" fmla="*/ 451644 w 20539253"/>
                <a:gd name="connsiteY18" fmla="*/ 3370721 h 4012011"/>
                <a:gd name="connsiteX19" fmla="*/ 3969 w 20539253"/>
                <a:gd name="connsiteY19" fmla="*/ 3603036 h 4012011"/>
                <a:gd name="connsiteX20" fmla="*/ 2669 w 20539253"/>
                <a:gd name="connsiteY20" fmla="*/ 3618878 h 4012011"/>
                <a:gd name="connsiteX21" fmla="*/ 15304 w 20539253"/>
                <a:gd name="connsiteY21" fmla="*/ 3622086 h 401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9253" h="4012011">
                  <a:moveTo>
                    <a:pt x="15018" y="3622467"/>
                  </a:moveTo>
                  <a:cubicBezTo>
                    <a:pt x="1241076" y="2887137"/>
                    <a:pt x="2732024" y="2926571"/>
                    <a:pt x="4096195" y="3152599"/>
                  </a:cubicBezTo>
                  <a:cubicBezTo>
                    <a:pt x="4837716" y="3275471"/>
                    <a:pt x="5564474" y="3462828"/>
                    <a:pt x="6294089" y="3640565"/>
                  </a:cubicBezTo>
                  <a:cubicBezTo>
                    <a:pt x="7030085" y="3819921"/>
                    <a:pt x="7777417" y="3985560"/>
                    <a:pt x="8537416" y="4009468"/>
                  </a:cubicBezTo>
                  <a:cubicBezTo>
                    <a:pt x="9231027" y="4030994"/>
                    <a:pt x="9913684" y="3916694"/>
                    <a:pt x="10549763" y="3635802"/>
                  </a:cubicBezTo>
                  <a:cubicBezTo>
                    <a:pt x="11146981" y="3371864"/>
                    <a:pt x="11687429" y="2996770"/>
                    <a:pt x="12209875" y="2609198"/>
                  </a:cubicBezTo>
                  <a:cubicBezTo>
                    <a:pt x="12739656" y="2216101"/>
                    <a:pt x="13255339" y="1802144"/>
                    <a:pt x="13810837" y="1444957"/>
                  </a:cubicBezTo>
                  <a:cubicBezTo>
                    <a:pt x="14408817" y="1060433"/>
                    <a:pt x="15058612" y="756490"/>
                    <a:pt x="15731458" y="529223"/>
                  </a:cubicBezTo>
                  <a:cubicBezTo>
                    <a:pt x="17088676" y="71071"/>
                    <a:pt x="18547810" y="-73614"/>
                    <a:pt x="19970084" y="81548"/>
                  </a:cubicBezTo>
                  <a:cubicBezTo>
                    <a:pt x="20155820" y="101805"/>
                    <a:pt x="20340828" y="127205"/>
                    <a:pt x="20525106" y="157748"/>
                  </a:cubicBezTo>
                  <a:cubicBezTo>
                    <a:pt x="20539298" y="160034"/>
                    <a:pt x="20545394" y="138698"/>
                    <a:pt x="20531106" y="136031"/>
                  </a:cubicBezTo>
                  <a:cubicBezTo>
                    <a:pt x="19132360" y="-93331"/>
                    <a:pt x="17685988" y="-35228"/>
                    <a:pt x="16314579" y="329960"/>
                  </a:cubicBezTo>
                  <a:cubicBezTo>
                    <a:pt x="15633268" y="510147"/>
                    <a:pt x="14975095" y="768564"/>
                    <a:pt x="14353191" y="1100057"/>
                  </a:cubicBezTo>
                  <a:cubicBezTo>
                    <a:pt x="13760355" y="1417525"/>
                    <a:pt x="13221049" y="1818051"/>
                    <a:pt x="12686316" y="2222864"/>
                  </a:cubicBezTo>
                  <a:cubicBezTo>
                    <a:pt x="12156726" y="2623295"/>
                    <a:pt x="11627993" y="3030869"/>
                    <a:pt x="11049159" y="3358148"/>
                  </a:cubicBezTo>
                  <a:cubicBezTo>
                    <a:pt x="10427081" y="3710097"/>
                    <a:pt x="9758998" y="3935364"/>
                    <a:pt x="9042622" y="3979941"/>
                  </a:cubicBezTo>
                  <a:cubicBezTo>
                    <a:pt x="8252048" y="4029089"/>
                    <a:pt x="7463568" y="3888977"/>
                    <a:pt x="6695663" y="3713241"/>
                  </a:cubicBezTo>
                  <a:cubicBezTo>
                    <a:pt x="5949570" y="3541791"/>
                    <a:pt x="5211763" y="3337955"/>
                    <a:pt x="4459288" y="3195080"/>
                  </a:cubicBezTo>
                  <a:cubicBezTo>
                    <a:pt x="3146457" y="2945144"/>
                    <a:pt x="1708086" y="2819224"/>
                    <a:pt x="451644" y="3370721"/>
                  </a:cubicBezTo>
                  <a:cubicBezTo>
                    <a:pt x="297673" y="3438651"/>
                    <a:pt x="148151" y="3516244"/>
                    <a:pt x="3969" y="3603036"/>
                  </a:cubicBezTo>
                  <a:cubicBezTo>
                    <a:pt x="-765" y="3607052"/>
                    <a:pt x="-1347" y="3614145"/>
                    <a:pt x="2669" y="3618878"/>
                  </a:cubicBezTo>
                  <a:cubicBezTo>
                    <a:pt x="5766" y="3622530"/>
                    <a:pt x="10838" y="3623818"/>
                    <a:pt x="15304" y="36220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10" name="Freeform 174">
              <a:extLst>
                <a:ext uri="{FF2B5EF4-FFF2-40B4-BE49-F238E27FC236}">
                  <a16:creationId xmlns:a16="http://schemas.microsoft.com/office/drawing/2014/main" id="{788C41CE-7C6D-270A-1131-35520BE64CA9}"/>
                </a:ext>
              </a:extLst>
            </p:cNvPr>
            <p:cNvSpPr/>
            <p:nvPr/>
          </p:nvSpPr>
          <p:spPr>
            <a:xfrm>
              <a:off x="-1047731" y="-316830"/>
              <a:ext cx="9317282" cy="1885909"/>
            </a:xfrm>
            <a:custGeom>
              <a:avLst/>
              <a:gdLst>
                <a:gd name="connsiteX0" fmla="*/ 15920 w 20540149"/>
                <a:gd name="connsiteY0" fmla="*/ 3632043 h 4157527"/>
                <a:gd name="connsiteX1" fmla="*/ 4199968 w 20540149"/>
                <a:gd name="connsiteY1" fmla="*/ 3179510 h 4157527"/>
                <a:gd name="connsiteX2" fmla="*/ 6407958 w 20540149"/>
                <a:gd name="connsiteY2" fmla="*/ 3712338 h 4157527"/>
                <a:gd name="connsiteX3" fmla="*/ 8663573 w 20540149"/>
                <a:gd name="connsiteY3" fmla="*/ 4153632 h 4157527"/>
                <a:gd name="connsiteX4" fmla="*/ 10611340 w 20540149"/>
                <a:gd name="connsiteY4" fmla="*/ 3749295 h 4157527"/>
                <a:gd name="connsiteX5" fmla="*/ 12173917 w 20540149"/>
                <a:gd name="connsiteY5" fmla="*/ 2670970 h 4157527"/>
                <a:gd name="connsiteX6" fmla="*/ 13728301 w 20540149"/>
                <a:gd name="connsiteY6" fmla="*/ 1442245 h 4157527"/>
                <a:gd name="connsiteX7" fmla="*/ 15625586 w 20540149"/>
                <a:gd name="connsiteY7" fmla="*/ 518987 h 4157527"/>
                <a:gd name="connsiteX8" fmla="*/ 19956890 w 20540149"/>
                <a:gd name="connsiteY8" fmla="*/ 88552 h 4157527"/>
                <a:gd name="connsiteX9" fmla="*/ 20526866 w 20540149"/>
                <a:gd name="connsiteY9" fmla="*/ 167895 h 4157527"/>
                <a:gd name="connsiteX10" fmla="*/ 20532484 w 20540149"/>
                <a:gd name="connsiteY10" fmla="*/ 147512 h 4157527"/>
                <a:gd name="connsiteX11" fmla="*/ 16223375 w 20540149"/>
                <a:gd name="connsiteY11" fmla="*/ 318105 h 4157527"/>
                <a:gd name="connsiteX12" fmla="*/ 14228173 w 20540149"/>
                <a:gd name="connsiteY12" fmla="*/ 1109251 h 4157527"/>
                <a:gd name="connsiteX13" fmla="*/ 12676456 w 20540149"/>
                <a:gd name="connsiteY13" fmla="*/ 2228058 h 4157527"/>
                <a:gd name="connsiteX14" fmla="*/ 11088733 w 20540149"/>
                <a:gd name="connsiteY14" fmla="*/ 3452211 h 4157527"/>
                <a:gd name="connsiteX15" fmla="*/ 9155158 w 20540149"/>
                <a:gd name="connsiteY15" fmla="*/ 4127343 h 4157527"/>
                <a:gd name="connsiteX16" fmla="*/ 6835250 w 20540149"/>
                <a:gd name="connsiteY16" fmla="*/ 3808160 h 4157527"/>
                <a:gd name="connsiteX17" fmla="*/ 4578491 w 20540149"/>
                <a:gd name="connsiteY17" fmla="*/ 3228278 h 4157527"/>
                <a:gd name="connsiteX18" fmla="*/ 468264 w 20540149"/>
                <a:gd name="connsiteY18" fmla="*/ 3374772 h 4157527"/>
                <a:gd name="connsiteX19" fmla="*/ 5254 w 20540149"/>
                <a:gd name="connsiteY19" fmla="*/ 3613755 h 4157527"/>
                <a:gd name="connsiteX20" fmla="*/ 1443 w 20540149"/>
                <a:gd name="connsiteY20" fmla="*/ 3628232 h 4157527"/>
                <a:gd name="connsiteX21" fmla="*/ 15921 w 20540149"/>
                <a:gd name="connsiteY21" fmla="*/ 3632042 h 415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40149" h="4157527">
                  <a:moveTo>
                    <a:pt x="15920" y="3632043"/>
                  </a:moveTo>
                  <a:cubicBezTo>
                    <a:pt x="1273220" y="2878044"/>
                    <a:pt x="2805412" y="2938146"/>
                    <a:pt x="4199968" y="3179510"/>
                  </a:cubicBezTo>
                  <a:cubicBezTo>
                    <a:pt x="4948728" y="3309050"/>
                    <a:pt x="5677200" y="3506884"/>
                    <a:pt x="6407958" y="3712338"/>
                  </a:cubicBezTo>
                  <a:cubicBezTo>
                    <a:pt x="7144907" y="3919507"/>
                    <a:pt x="7894715" y="4121913"/>
                    <a:pt x="8663573" y="4153632"/>
                  </a:cubicBezTo>
                  <a:cubicBezTo>
                    <a:pt x="9342325" y="4182207"/>
                    <a:pt x="10003264" y="4054191"/>
                    <a:pt x="10611340" y="3749295"/>
                  </a:cubicBezTo>
                  <a:cubicBezTo>
                    <a:pt x="11178935" y="3464784"/>
                    <a:pt x="11684808" y="3071496"/>
                    <a:pt x="12173917" y="2670970"/>
                  </a:cubicBezTo>
                  <a:cubicBezTo>
                    <a:pt x="12684933" y="2252918"/>
                    <a:pt x="13182043" y="1814387"/>
                    <a:pt x="13728301" y="1442245"/>
                  </a:cubicBezTo>
                  <a:cubicBezTo>
                    <a:pt x="14310469" y="1045148"/>
                    <a:pt x="14958741" y="743777"/>
                    <a:pt x="15625586" y="518987"/>
                  </a:cubicBezTo>
                  <a:cubicBezTo>
                    <a:pt x="17012616" y="51214"/>
                    <a:pt x="18505852" y="-74230"/>
                    <a:pt x="19956890" y="88552"/>
                  </a:cubicBezTo>
                  <a:cubicBezTo>
                    <a:pt x="20147390" y="110015"/>
                    <a:pt x="20337382" y="136463"/>
                    <a:pt x="20526866" y="167895"/>
                  </a:cubicBezTo>
                  <a:cubicBezTo>
                    <a:pt x="20540200" y="170086"/>
                    <a:pt x="20545916" y="149703"/>
                    <a:pt x="20532484" y="147512"/>
                  </a:cubicBezTo>
                  <a:cubicBezTo>
                    <a:pt x="19104784" y="-88041"/>
                    <a:pt x="17625836" y="-48798"/>
                    <a:pt x="16223375" y="318105"/>
                  </a:cubicBezTo>
                  <a:cubicBezTo>
                    <a:pt x="15529574" y="499651"/>
                    <a:pt x="14856157" y="762160"/>
                    <a:pt x="14228173" y="1109251"/>
                  </a:cubicBezTo>
                  <a:cubicBezTo>
                    <a:pt x="13667913" y="1419004"/>
                    <a:pt x="13168041" y="1821054"/>
                    <a:pt x="12676456" y="2228058"/>
                  </a:cubicBezTo>
                  <a:cubicBezTo>
                    <a:pt x="12162106" y="2653920"/>
                    <a:pt x="11653185" y="3092547"/>
                    <a:pt x="11088733" y="3452211"/>
                  </a:cubicBezTo>
                  <a:cubicBezTo>
                    <a:pt x="10498183" y="3828258"/>
                    <a:pt x="9858675" y="4080289"/>
                    <a:pt x="9155158" y="4127343"/>
                  </a:cubicBezTo>
                  <a:cubicBezTo>
                    <a:pt x="8369727" y="4179826"/>
                    <a:pt x="7589439" y="4009804"/>
                    <a:pt x="6835250" y="3808160"/>
                  </a:cubicBezTo>
                  <a:cubicBezTo>
                    <a:pt x="6084108" y="3607659"/>
                    <a:pt x="5342491" y="3379059"/>
                    <a:pt x="4578491" y="3228278"/>
                  </a:cubicBezTo>
                  <a:cubicBezTo>
                    <a:pt x="3235466" y="2963674"/>
                    <a:pt x="1759091" y="2814798"/>
                    <a:pt x="468264" y="3374772"/>
                  </a:cubicBezTo>
                  <a:cubicBezTo>
                    <a:pt x="308876" y="3444240"/>
                    <a:pt x="154207" y="3524072"/>
                    <a:pt x="5254" y="3613755"/>
                  </a:cubicBezTo>
                  <a:cubicBezTo>
                    <a:pt x="204" y="3616700"/>
                    <a:pt x="-1502" y="3623182"/>
                    <a:pt x="1443" y="3628232"/>
                  </a:cubicBezTo>
                  <a:cubicBezTo>
                    <a:pt x="4390" y="3633282"/>
                    <a:pt x="10871" y="3634988"/>
                    <a:pt x="15921" y="36320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11" name="Freeform 175">
              <a:extLst>
                <a:ext uri="{FF2B5EF4-FFF2-40B4-BE49-F238E27FC236}">
                  <a16:creationId xmlns:a16="http://schemas.microsoft.com/office/drawing/2014/main" id="{733326F3-D999-D556-7B77-973CEC662F67}"/>
                </a:ext>
              </a:extLst>
            </p:cNvPr>
            <p:cNvSpPr/>
            <p:nvPr/>
          </p:nvSpPr>
          <p:spPr>
            <a:xfrm>
              <a:off x="-1045650" y="-470934"/>
              <a:ext cx="9316796" cy="1954225"/>
            </a:xfrm>
            <a:custGeom>
              <a:avLst/>
              <a:gdLst>
                <a:gd name="connsiteX0" fmla="*/ 15428 w 20539078"/>
                <a:gd name="connsiteY0" fmla="*/ 3642584 h 4308131"/>
                <a:gd name="connsiteX1" fmla="*/ 4319109 w 20539078"/>
                <a:gd name="connsiteY1" fmla="*/ 3211102 h 4308131"/>
                <a:gd name="connsiteX2" fmla="*/ 6538434 w 20539078"/>
                <a:gd name="connsiteY2" fmla="*/ 3800128 h 4308131"/>
                <a:gd name="connsiteX3" fmla="*/ 8753377 w 20539078"/>
                <a:gd name="connsiteY3" fmla="*/ 4302857 h 4308131"/>
                <a:gd name="connsiteX4" fmla="*/ 10635803 w 20539078"/>
                <a:gd name="connsiteY4" fmla="*/ 3875661 h 4308131"/>
                <a:gd name="connsiteX5" fmla="*/ 12148659 w 20539078"/>
                <a:gd name="connsiteY5" fmla="*/ 2726184 h 4308131"/>
                <a:gd name="connsiteX6" fmla="*/ 13640940 w 20539078"/>
                <a:gd name="connsiteY6" fmla="*/ 1447071 h 4308131"/>
                <a:gd name="connsiteX7" fmla="*/ 15519175 w 20539078"/>
                <a:gd name="connsiteY7" fmla="*/ 507906 h 4308131"/>
                <a:gd name="connsiteX8" fmla="*/ 19941348 w 20539078"/>
                <a:gd name="connsiteY8" fmla="*/ 96141 h 4308131"/>
                <a:gd name="connsiteX9" fmla="*/ 20526658 w 20539078"/>
                <a:gd name="connsiteY9" fmla="*/ 178437 h 4308131"/>
                <a:gd name="connsiteX10" fmla="*/ 20531898 w 20539078"/>
                <a:gd name="connsiteY10" fmla="*/ 159387 h 4308131"/>
                <a:gd name="connsiteX11" fmla="*/ 16131347 w 20539078"/>
                <a:gd name="connsiteY11" fmla="*/ 305786 h 4308131"/>
                <a:gd name="connsiteX12" fmla="*/ 14094997 w 20539078"/>
                <a:gd name="connsiteY12" fmla="*/ 1125603 h 4308131"/>
                <a:gd name="connsiteX13" fmla="*/ 12620718 w 20539078"/>
                <a:gd name="connsiteY13" fmla="*/ 2273841 h 4308131"/>
                <a:gd name="connsiteX14" fmla="*/ 9264203 w 20539078"/>
                <a:gd name="connsiteY14" fmla="*/ 4277711 h 4308131"/>
                <a:gd name="connsiteX15" fmla="*/ 6951152 w 20539078"/>
                <a:gd name="connsiteY15" fmla="*/ 3909855 h 4308131"/>
                <a:gd name="connsiteX16" fmla="*/ 4678773 w 20539078"/>
                <a:gd name="connsiteY16" fmla="*/ 3260250 h 4308131"/>
                <a:gd name="connsiteX17" fmla="*/ 483391 w 20539078"/>
                <a:gd name="connsiteY17" fmla="*/ 3379980 h 4308131"/>
                <a:gd name="connsiteX18" fmla="*/ 5046 w 20539078"/>
                <a:gd name="connsiteY18" fmla="*/ 3625534 h 4308131"/>
                <a:gd name="connsiteX19" fmla="*/ 1236 w 20539078"/>
                <a:gd name="connsiteY19" fmla="*/ 3638869 h 4308131"/>
                <a:gd name="connsiteX20" fmla="*/ 14571 w 20539078"/>
                <a:gd name="connsiteY20" fmla="*/ 3642679 h 430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539078" h="4308131">
                  <a:moveTo>
                    <a:pt x="15428" y="3642584"/>
                  </a:moveTo>
                  <a:cubicBezTo>
                    <a:pt x="1308733" y="2866963"/>
                    <a:pt x="2889597" y="2952021"/>
                    <a:pt x="4319109" y="3211102"/>
                  </a:cubicBezTo>
                  <a:cubicBezTo>
                    <a:pt x="5077490" y="3348547"/>
                    <a:pt x="5805676" y="3564765"/>
                    <a:pt x="6538434" y="3800128"/>
                  </a:cubicBezTo>
                  <a:cubicBezTo>
                    <a:pt x="7258238" y="4031299"/>
                    <a:pt x="7993282" y="4262662"/>
                    <a:pt x="8753377" y="4302857"/>
                  </a:cubicBezTo>
                  <a:cubicBezTo>
                    <a:pt x="9416603" y="4337909"/>
                    <a:pt x="10055349" y="4198558"/>
                    <a:pt x="10635803" y="3875661"/>
                  </a:cubicBezTo>
                  <a:cubicBezTo>
                    <a:pt x="11191015" y="3567146"/>
                    <a:pt x="11677552" y="3147951"/>
                    <a:pt x="12148659" y="2726184"/>
                  </a:cubicBezTo>
                  <a:cubicBezTo>
                    <a:pt x="12636434" y="2289462"/>
                    <a:pt x="13110684" y="1833405"/>
                    <a:pt x="13640940" y="1447071"/>
                  </a:cubicBezTo>
                  <a:cubicBezTo>
                    <a:pt x="14208154" y="1033591"/>
                    <a:pt x="14855759" y="731934"/>
                    <a:pt x="15519175" y="507906"/>
                  </a:cubicBezTo>
                  <a:cubicBezTo>
                    <a:pt x="16934590" y="29942"/>
                    <a:pt x="18462400" y="-74357"/>
                    <a:pt x="19941348" y="96141"/>
                  </a:cubicBezTo>
                  <a:cubicBezTo>
                    <a:pt x="20137372" y="118334"/>
                    <a:pt x="20332252" y="146909"/>
                    <a:pt x="20526658" y="178437"/>
                  </a:cubicBezTo>
                  <a:cubicBezTo>
                    <a:pt x="20539136" y="180532"/>
                    <a:pt x="20544470" y="161387"/>
                    <a:pt x="20531898" y="159387"/>
                  </a:cubicBezTo>
                  <a:cubicBezTo>
                    <a:pt x="19075810" y="-80739"/>
                    <a:pt x="17564382" y="-63213"/>
                    <a:pt x="16131347" y="305786"/>
                  </a:cubicBezTo>
                  <a:cubicBezTo>
                    <a:pt x="15421639" y="488475"/>
                    <a:pt x="14729934" y="757938"/>
                    <a:pt x="14094997" y="1125603"/>
                  </a:cubicBezTo>
                  <a:cubicBezTo>
                    <a:pt x="13554739" y="1438404"/>
                    <a:pt x="13082490" y="1857694"/>
                    <a:pt x="12620718" y="2273841"/>
                  </a:cubicBezTo>
                  <a:cubicBezTo>
                    <a:pt x="11650692" y="3147284"/>
                    <a:pt x="10638756" y="4169888"/>
                    <a:pt x="9264203" y="4277711"/>
                  </a:cubicBezTo>
                  <a:cubicBezTo>
                    <a:pt x="8476866" y="4339528"/>
                    <a:pt x="7697341" y="4139503"/>
                    <a:pt x="6951152" y="3909855"/>
                  </a:cubicBezTo>
                  <a:cubicBezTo>
                    <a:pt x="6196486" y="3677636"/>
                    <a:pt x="5454203" y="3417508"/>
                    <a:pt x="4678773" y="3260250"/>
                  </a:cubicBezTo>
                  <a:cubicBezTo>
                    <a:pt x="3311554" y="2983073"/>
                    <a:pt x="1802794" y="2813814"/>
                    <a:pt x="483391" y="3379980"/>
                  </a:cubicBezTo>
                  <a:cubicBezTo>
                    <a:pt x="318608" y="3450995"/>
                    <a:pt x="158798" y="3533032"/>
                    <a:pt x="5046" y="3625534"/>
                  </a:cubicBezTo>
                  <a:cubicBezTo>
                    <a:pt x="311" y="3628165"/>
                    <a:pt x="-1394" y="3634135"/>
                    <a:pt x="1236" y="3638869"/>
                  </a:cubicBezTo>
                  <a:cubicBezTo>
                    <a:pt x="3866" y="3643604"/>
                    <a:pt x="9836" y="3645309"/>
                    <a:pt x="14571" y="36426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12" name="Freeform 176">
              <a:extLst>
                <a:ext uri="{FF2B5EF4-FFF2-40B4-BE49-F238E27FC236}">
                  <a16:creationId xmlns:a16="http://schemas.microsoft.com/office/drawing/2014/main" id="{607FE680-D4EC-34D2-0885-2CA3CA07DC4C}"/>
                </a:ext>
              </a:extLst>
            </p:cNvPr>
            <p:cNvSpPr/>
            <p:nvPr/>
          </p:nvSpPr>
          <p:spPr>
            <a:xfrm>
              <a:off x="-1042449" y="-625723"/>
              <a:ext cx="9315206" cy="2024804"/>
            </a:xfrm>
            <a:custGeom>
              <a:avLst/>
              <a:gdLst>
                <a:gd name="connsiteX0" fmla="*/ 11991 w 20535573"/>
                <a:gd name="connsiteY0" fmla="*/ 3654826 h 4463725"/>
                <a:gd name="connsiteX1" fmla="*/ 4434829 w 20535573"/>
                <a:gd name="connsiteY1" fmla="*/ 3245251 h 4463725"/>
                <a:gd name="connsiteX2" fmla="*/ 5549254 w 20535573"/>
                <a:gd name="connsiteY2" fmla="*/ 3511951 h 4463725"/>
                <a:gd name="connsiteX3" fmla="*/ 6666823 w 20535573"/>
                <a:gd name="connsiteY3" fmla="*/ 3901429 h 4463725"/>
                <a:gd name="connsiteX4" fmla="*/ 8846904 w 20535573"/>
                <a:gd name="connsiteY4" fmla="*/ 4458546 h 4463725"/>
                <a:gd name="connsiteX5" fmla="*/ 10656654 w 20535573"/>
                <a:gd name="connsiteY5" fmla="*/ 4000679 h 4463725"/>
                <a:gd name="connsiteX6" fmla="*/ 12099501 w 20535573"/>
                <a:gd name="connsiteY6" fmla="*/ 2805101 h 4463725"/>
                <a:gd name="connsiteX7" fmla="*/ 13512440 w 20535573"/>
                <a:gd name="connsiteY7" fmla="*/ 1490651 h 4463725"/>
                <a:gd name="connsiteX8" fmla="*/ 15379340 w 20535573"/>
                <a:gd name="connsiteY8" fmla="*/ 509005 h 4463725"/>
                <a:gd name="connsiteX9" fmla="*/ 19941528 w 20535573"/>
                <a:gd name="connsiteY9" fmla="*/ 107145 h 4463725"/>
                <a:gd name="connsiteX10" fmla="*/ 20523888 w 20535573"/>
                <a:gd name="connsiteY10" fmla="*/ 190584 h 4463725"/>
                <a:gd name="connsiteX11" fmla="*/ 20528840 w 20535573"/>
                <a:gd name="connsiteY11" fmla="*/ 172677 h 4463725"/>
                <a:gd name="connsiteX12" fmla="*/ 16003037 w 20535573"/>
                <a:gd name="connsiteY12" fmla="*/ 302026 h 4463725"/>
                <a:gd name="connsiteX13" fmla="*/ 13975164 w 20535573"/>
                <a:gd name="connsiteY13" fmla="*/ 1137750 h 4463725"/>
                <a:gd name="connsiteX14" fmla="*/ 12549748 w 20535573"/>
                <a:gd name="connsiteY14" fmla="*/ 2338472 h 4463725"/>
                <a:gd name="connsiteX15" fmla="*/ 9335632 w 20535573"/>
                <a:gd name="connsiteY15" fmla="*/ 4433400 h 4463725"/>
                <a:gd name="connsiteX16" fmla="*/ 7078207 w 20535573"/>
                <a:gd name="connsiteY16" fmla="*/ 4028492 h 4463725"/>
                <a:gd name="connsiteX17" fmla="*/ 4826974 w 20535573"/>
                <a:gd name="connsiteY17" fmla="*/ 3304592 h 4463725"/>
                <a:gd name="connsiteX18" fmla="*/ 496813 w 20535573"/>
                <a:gd name="connsiteY18" fmla="*/ 3386507 h 4463725"/>
                <a:gd name="connsiteX19" fmla="*/ 3038 w 20535573"/>
                <a:gd name="connsiteY19" fmla="*/ 3638634 h 4463725"/>
                <a:gd name="connsiteX20" fmla="*/ 2551 w 20535573"/>
                <a:gd name="connsiteY20" fmla="*/ 3652096 h 4463725"/>
                <a:gd name="connsiteX21" fmla="*/ 12563 w 20535573"/>
                <a:gd name="connsiteY21" fmla="*/ 3654636 h 446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5573" h="4463725">
                  <a:moveTo>
                    <a:pt x="11991" y="3654826"/>
                  </a:moveTo>
                  <a:cubicBezTo>
                    <a:pt x="1341205" y="2857584"/>
                    <a:pt x="2970742" y="2969026"/>
                    <a:pt x="4434829" y="3245251"/>
                  </a:cubicBezTo>
                  <a:cubicBezTo>
                    <a:pt x="4811067" y="3316308"/>
                    <a:pt x="5183494" y="3398509"/>
                    <a:pt x="5549254" y="3511951"/>
                  </a:cubicBezTo>
                  <a:cubicBezTo>
                    <a:pt x="5926158" y="3628823"/>
                    <a:pt x="6296014" y="3766745"/>
                    <a:pt x="6666823" y="3901429"/>
                  </a:cubicBezTo>
                  <a:cubicBezTo>
                    <a:pt x="7370244" y="4157175"/>
                    <a:pt x="8093096" y="4415779"/>
                    <a:pt x="8846904" y="4458546"/>
                  </a:cubicBezTo>
                  <a:cubicBezTo>
                    <a:pt x="9494604" y="4495027"/>
                    <a:pt x="10105062" y="4338436"/>
                    <a:pt x="10656654" y="4000679"/>
                  </a:cubicBezTo>
                  <a:cubicBezTo>
                    <a:pt x="11190721" y="3673591"/>
                    <a:pt x="11652303" y="3239346"/>
                    <a:pt x="12099501" y="2805101"/>
                  </a:cubicBezTo>
                  <a:cubicBezTo>
                    <a:pt x="12560702" y="2357426"/>
                    <a:pt x="13008663" y="1891177"/>
                    <a:pt x="13512440" y="1490651"/>
                  </a:cubicBezTo>
                  <a:cubicBezTo>
                    <a:pt x="14066604" y="1049739"/>
                    <a:pt x="14711352" y="738652"/>
                    <a:pt x="15379340" y="509005"/>
                  </a:cubicBezTo>
                  <a:cubicBezTo>
                    <a:pt x="16837142" y="6942"/>
                    <a:pt x="18418482" y="-75259"/>
                    <a:pt x="19941528" y="107145"/>
                  </a:cubicBezTo>
                  <a:cubicBezTo>
                    <a:pt x="20136284" y="130449"/>
                    <a:pt x="20330404" y="158262"/>
                    <a:pt x="20523888" y="190584"/>
                  </a:cubicBezTo>
                  <a:cubicBezTo>
                    <a:pt x="20535604" y="192489"/>
                    <a:pt x="20540652" y="174677"/>
                    <a:pt x="20528840" y="172677"/>
                  </a:cubicBezTo>
                  <a:cubicBezTo>
                    <a:pt x="19033320" y="-73830"/>
                    <a:pt x="17477222" y="-78116"/>
                    <a:pt x="16003037" y="302026"/>
                  </a:cubicBezTo>
                  <a:cubicBezTo>
                    <a:pt x="15298187" y="483954"/>
                    <a:pt x="14595337" y="751892"/>
                    <a:pt x="13975164" y="1137750"/>
                  </a:cubicBezTo>
                  <a:cubicBezTo>
                    <a:pt x="13446622" y="1466553"/>
                    <a:pt x="12993042" y="1905655"/>
                    <a:pt x="12549748" y="2338472"/>
                  </a:cubicBezTo>
                  <a:cubicBezTo>
                    <a:pt x="11644873" y="3221820"/>
                    <a:pt x="10676943" y="4315576"/>
                    <a:pt x="9335632" y="4433400"/>
                  </a:cubicBezTo>
                  <a:cubicBezTo>
                    <a:pt x="8562583" y="4501218"/>
                    <a:pt x="7800012" y="4279667"/>
                    <a:pt x="7078207" y="4028492"/>
                  </a:cubicBezTo>
                  <a:cubicBezTo>
                    <a:pt x="6332876" y="3769222"/>
                    <a:pt x="5601832" y="3467946"/>
                    <a:pt x="4826974" y="3304592"/>
                  </a:cubicBezTo>
                  <a:cubicBezTo>
                    <a:pt x="3420417" y="3008365"/>
                    <a:pt x="1860793" y="2807959"/>
                    <a:pt x="496813" y="3386507"/>
                  </a:cubicBezTo>
                  <a:cubicBezTo>
                    <a:pt x="326580" y="3459009"/>
                    <a:pt x="161590" y="3543254"/>
                    <a:pt x="3038" y="3638634"/>
                  </a:cubicBezTo>
                  <a:cubicBezTo>
                    <a:pt x="-814" y="3642217"/>
                    <a:pt x="-1032" y="3648244"/>
                    <a:pt x="2551" y="3652096"/>
                  </a:cubicBezTo>
                  <a:cubicBezTo>
                    <a:pt x="5099" y="3654836"/>
                    <a:pt x="9016" y="3655830"/>
                    <a:pt x="12563" y="36546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13" name="Freeform 177">
              <a:extLst>
                <a:ext uri="{FF2B5EF4-FFF2-40B4-BE49-F238E27FC236}">
                  <a16:creationId xmlns:a16="http://schemas.microsoft.com/office/drawing/2014/main" id="{CA4C6D3C-04D8-00A3-B821-70123A8BB262}"/>
                </a:ext>
              </a:extLst>
            </p:cNvPr>
            <p:cNvSpPr/>
            <p:nvPr/>
          </p:nvSpPr>
          <p:spPr>
            <a:xfrm>
              <a:off x="-1041149" y="-781291"/>
              <a:ext cx="9315502" cy="2097015"/>
            </a:xfrm>
            <a:custGeom>
              <a:avLst/>
              <a:gdLst>
                <a:gd name="connsiteX0" fmla="*/ 12937 w 20536226"/>
                <a:gd name="connsiteY0" fmla="*/ 3668690 h 4622915"/>
                <a:gd name="connsiteX1" fmla="*/ 4571506 w 20536226"/>
                <a:gd name="connsiteY1" fmla="*/ 3285118 h 4622915"/>
                <a:gd name="connsiteX2" fmla="*/ 5686979 w 20536226"/>
                <a:gd name="connsiteY2" fmla="*/ 3579631 h 4622915"/>
                <a:gd name="connsiteX3" fmla="*/ 6771686 w 20536226"/>
                <a:gd name="connsiteY3" fmla="*/ 4004732 h 4622915"/>
                <a:gd name="connsiteX4" fmla="*/ 8919573 w 20536226"/>
                <a:gd name="connsiteY4" fmla="*/ 4617666 h 4622915"/>
                <a:gd name="connsiteX5" fmla="*/ 10658457 w 20536226"/>
                <a:gd name="connsiteY5" fmla="*/ 4138367 h 4622915"/>
                <a:gd name="connsiteX6" fmla="*/ 12058061 w 20536226"/>
                <a:gd name="connsiteY6" fmla="*/ 2886116 h 4622915"/>
                <a:gd name="connsiteX7" fmla="*/ 13427565 w 20536226"/>
                <a:gd name="connsiteY7" fmla="*/ 1512515 h 4622915"/>
                <a:gd name="connsiteX8" fmla="*/ 15259794 w 20536226"/>
                <a:gd name="connsiteY8" fmla="*/ 504389 h 4622915"/>
                <a:gd name="connsiteX9" fmla="*/ 19911042 w 20536226"/>
                <a:gd name="connsiteY9" fmla="*/ 115674 h 4622915"/>
                <a:gd name="connsiteX10" fmla="*/ 20525404 w 20536226"/>
                <a:gd name="connsiteY10" fmla="*/ 204352 h 4622915"/>
                <a:gd name="connsiteX11" fmla="*/ 20529976 w 20536226"/>
                <a:gd name="connsiteY11" fmla="*/ 187778 h 4622915"/>
                <a:gd name="connsiteX12" fmla="*/ 15896731 w 20536226"/>
                <a:gd name="connsiteY12" fmla="*/ 294077 h 4622915"/>
                <a:gd name="connsiteX13" fmla="*/ 13871907 w 20536226"/>
                <a:gd name="connsiteY13" fmla="*/ 1149232 h 4622915"/>
                <a:gd name="connsiteX14" fmla="*/ 12502307 w 20536226"/>
                <a:gd name="connsiteY14" fmla="*/ 2392340 h 4622915"/>
                <a:gd name="connsiteX15" fmla="*/ 11101465 w 20536226"/>
                <a:gd name="connsiteY15" fmla="*/ 3782990 h 4622915"/>
                <a:gd name="connsiteX16" fmla="*/ 9403539 w 20536226"/>
                <a:gd name="connsiteY16" fmla="*/ 4591567 h 4622915"/>
                <a:gd name="connsiteX17" fmla="*/ 7180023 w 20536226"/>
                <a:gd name="connsiteY17" fmla="*/ 4149607 h 4622915"/>
                <a:gd name="connsiteX18" fmla="*/ 4976128 w 20536226"/>
                <a:gd name="connsiteY18" fmla="*/ 3351983 h 4622915"/>
                <a:gd name="connsiteX19" fmla="*/ 513379 w 20536226"/>
                <a:gd name="connsiteY19" fmla="*/ 3395227 h 4622915"/>
                <a:gd name="connsiteX20" fmla="*/ 4269 w 20536226"/>
                <a:gd name="connsiteY20" fmla="*/ 3653831 h 4622915"/>
                <a:gd name="connsiteX21" fmla="*/ 1173 w 20536226"/>
                <a:gd name="connsiteY21" fmla="*/ 3665594 h 4622915"/>
                <a:gd name="connsiteX22" fmla="*/ 12937 w 20536226"/>
                <a:gd name="connsiteY22" fmla="*/ 3668690 h 462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536226" h="4622915">
                  <a:moveTo>
                    <a:pt x="12937" y="3668690"/>
                  </a:moveTo>
                  <a:cubicBezTo>
                    <a:pt x="1383393" y="2846777"/>
                    <a:pt x="3068175" y="2988890"/>
                    <a:pt x="4571506" y="3285118"/>
                  </a:cubicBezTo>
                  <a:cubicBezTo>
                    <a:pt x="4950792" y="3359889"/>
                    <a:pt x="5321695" y="3451805"/>
                    <a:pt x="5686979" y="3579631"/>
                  </a:cubicBezTo>
                  <a:cubicBezTo>
                    <a:pt x="6052263" y="3707456"/>
                    <a:pt x="6412117" y="3858142"/>
                    <a:pt x="6771686" y="4004732"/>
                  </a:cubicBezTo>
                  <a:cubicBezTo>
                    <a:pt x="7459010" y="4284957"/>
                    <a:pt x="8170432" y="4571850"/>
                    <a:pt x="8919573" y="4617666"/>
                  </a:cubicBezTo>
                  <a:cubicBezTo>
                    <a:pt x="9550319" y="4655766"/>
                    <a:pt x="10134773" y="4485554"/>
                    <a:pt x="10658457" y="4138367"/>
                  </a:cubicBezTo>
                  <a:cubicBezTo>
                    <a:pt x="11182142" y="3791181"/>
                    <a:pt x="11626674" y="3337791"/>
                    <a:pt x="12058061" y="2886116"/>
                  </a:cubicBezTo>
                  <a:cubicBezTo>
                    <a:pt x="12504212" y="2419391"/>
                    <a:pt x="12936456" y="1933616"/>
                    <a:pt x="13427565" y="1512515"/>
                  </a:cubicBezTo>
                  <a:cubicBezTo>
                    <a:pt x="13963918" y="1052363"/>
                    <a:pt x="14594759" y="736609"/>
                    <a:pt x="15259794" y="504389"/>
                  </a:cubicBezTo>
                  <a:cubicBezTo>
                    <a:pt x="16744361" y="-14057"/>
                    <a:pt x="18361040" y="-73302"/>
                    <a:pt x="19911042" y="115674"/>
                  </a:cubicBezTo>
                  <a:cubicBezTo>
                    <a:pt x="20116464" y="140756"/>
                    <a:pt x="20321252" y="170316"/>
                    <a:pt x="20525404" y="204352"/>
                  </a:cubicBezTo>
                  <a:cubicBezTo>
                    <a:pt x="20536264" y="206161"/>
                    <a:pt x="20540930" y="189588"/>
                    <a:pt x="20529976" y="187778"/>
                  </a:cubicBezTo>
                  <a:cubicBezTo>
                    <a:pt x="19001214" y="-64253"/>
                    <a:pt x="17405872" y="-94067"/>
                    <a:pt x="15896731" y="294077"/>
                  </a:cubicBezTo>
                  <a:cubicBezTo>
                    <a:pt x="15193786" y="475052"/>
                    <a:pt x="14477506" y="742514"/>
                    <a:pt x="13871907" y="1149232"/>
                  </a:cubicBezTo>
                  <a:cubicBezTo>
                    <a:pt x="13359557" y="1493561"/>
                    <a:pt x="12925693" y="1946950"/>
                    <a:pt x="12502307" y="2392340"/>
                  </a:cubicBezTo>
                  <a:cubicBezTo>
                    <a:pt x="12049298" y="2868590"/>
                    <a:pt x="11606957" y="3360270"/>
                    <a:pt x="11101465" y="3782990"/>
                  </a:cubicBezTo>
                  <a:cubicBezTo>
                    <a:pt x="10608832" y="4195517"/>
                    <a:pt x="10054191" y="4525940"/>
                    <a:pt x="9403539" y="4591567"/>
                  </a:cubicBezTo>
                  <a:cubicBezTo>
                    <a:pt x="8637633" y="4669291"/>
                    <a:pt x="7884301" y="4423927"/>
                    <a:pt x="7180023" y="4149607"/>
                  </a:cubicBezTo>
                  <a:cubicBezTo>
                    <a:pt x="6453170" y="3866714"/>
                    <a:pt x="5740033" y="3526672"/>
                    <a:pt x="4976128" y="3351983"/>
                  </a:cubicBezTo>
                  <a:cubicBezTo>
                    <a:pt x="3540711" y="3023942"/>
                    <a:pt x="1911841" y="2809058"/>
                    <a:pt x="513379" y="3395227"/>
                  </a:cubicBezTo>
                  <a:cubicBezTo>
                    <a:pt x="337702" y="3469126"/>
                    <a:pt x="167560" y="3555549"/>
                    <a:pt x="4269" y="3653831"/>
                  </a:cubicBezTo>
                  <a:cubicBezTo>
                    <a:pt x="165" y="3656224"/>
                    <a:pt x="-1221" y="3661491"/>
                    <a:pt x="1173" y="3665594"/>
                  </a:cubicBezTo>
                  <a:cubicBezTo>
                    <a:pt x="3567" y="3669697"/>
                    <a:pt x="8833" y="3671083"/>
                    <a:pt x="12937" y="36686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14" name="Freeform 178">
              <a:extLst>
                <a:ext uri="{FF2B5EF4-FFF2-40B4-BE49-F238E27FC236}">
                  <a16:creationId xmlns:a16="http://schemas.microsoft.com/office/drawing/2014/main" id="{18B77204-4C9C-3EC4-5E97-F92256B765BD}"/>
                </a:ext>
              </a:extLst>
            </p:cNvPr>
            <p:cNvSpPr/>
            <p:nvPr/>
          </p:nvSpPr>
          <p:spPr>
            <a:xfrm>
              <a:off x="-1038754" y="-937733"/>
              <a:ext cx="9314703" cy="2170858"/>
            </a:xfrm>
            <a:custGeom>
              <a:avLst/>
              <a:gdLst>
                <a:gd name="connsiteX0" fmla="*/ 11466 w 20534463"/>
                <a:gd name="connsiteY0" fmla="*/ 3684481 h 4785702"/>
                <a:gd name="connsiteX1" fmla="*/ 4705005 w 20534463"/>
                <a:gd name="connsiteY1" fmla="*/ 3327866 h 4785702"/>
                <a:gd name="connsiteX2" fmla="*/ 6896516 w 20534463"/>
                <a:gd name="connsiteY2" fmla="*/ 4130252 h 4785702"/>
                <a:gd name="connsiteX3" fmla="*/ 8972109 w 20534463"/>
                <a:gd name="connsiteY3" fmla="*/ 4780238 h 4785702"/>
                <a:gd name="connsiteX4" fmla="*/ 10662130 w 20534463"/>
                <a:gd name="connsiteY4" fmla="*/ 4273222 h 4785702"/>
                <a:gd name="connsiteX5" fmla="*/ 12016775 w 20534463"/>
                <a:gd name="connsiteY5" fmla="*/ 2970011 h 4785702"/>
                <a:gd name="connsiteX6" fmla="*/ 13341512 w 20534463"/>
                <a:gd name="connsiteY6" fmla="*/ 1542690 h 4785702"/>
                <a:gd name="connsiteX7" fmla="*/ 14031598 w 20534463"/>
                <a:gd name="connsiteY7" fmla="*/ 1011671 h 4785702"/>
                <a:gd name="connsiteX8" fmla="*/ 15123259 w 20534463"/>
                <a:gd name="connsiteY8" fmla="*/ 506846 h 4785702"/>
                <a:gd name="connsiteX9" fmla="*/ 19912810 w 20534463"/>
                <a:gd name="connsiteY9" fmla="*/ 130323 h 4785702"/>
                <a:gd name="connsiteX10" fmla="*/ 20524506 w 20534463"/>
                <a:gd name="connsiteY10" fmla="*/ 220048 h 4785702"/>
                <a:gd name="connsiteX11" fmla="*/ 20528696 w 20534463"/>
                <a:gd name="connsiteY11" fmla="*/ 204808 h 4785702"/>
                <a:gd name="connsiteX12" fmla="*/ 15772102 w 20534463"/>
                <a:gd name="connsiteY12" fmla="*/ 291010 h 4785702"/>
                <a:gd name="connsiteX13" fmla="*/ 13767756 w 20534463"/>
                <a:gd name="connsiteY13" fmla="*/ 1167310 h 4785702"/>
                <a:gd name="connsiteX14" fmla="*/ 12434256 w 20534463"/>
                <a:gd name="connsiteY14" fmla="*/ 2472806 h 4785702"/>
                <a:gd name="connsiteX15" fmla="*/ 11078372 w 20534463"/>
                <a:gd name="connsiteY15" fmla="*/ 3915653 h 4785702"/>
                <a:gd name="connsiteX16" fmla="*/ 9449597 w 20534463"/>
                <a:gd name="connsiteY16" fmla="*/ 4753853 h 4785702"/>
                <a:gd name="connsiteX17" fmla="*/ 7242750 w 20534463"/>
                <a:gd name="connsiteY17" fmla="*/ 4266364 h 4785702"/>
                <a:gd name="connsiteX18" fmla="*/ 5112484 w 20534463"/>
                <a:gd name="connsiteY18" fmla="*/ 3402922 h 4785702"/>
                <a:gd name="connsiteX19" fmla="*/ 3945957 w 20534463"/>
                <a:gd name="connsiteY19" fmla="*/ 3174322 h 4785702"/>
                <a:gd name="connsiteX20" fmla="*/ 2774382 w 20534463"/>
                <a:gd name="connsiteY20" fmla="*/ 3057737 h 4785702"/>
                <a:gd name="connsiteX21" fmla="*/ 513051 w 20534463"/>
                <a:gd name="connsiteY21" fmla="*/ 3412067 h 4785702"/>
                <a:gd name="connsiteX22" fmla="*/ 3941 w 20534463"/>
                <a:gd name="connsiteY22" fmla="*/ 3670670 h 4785702"/>
                <a:gd name="connsiteX23" fmla="*/ 1083 w 20534463"/>
                <a:gd name="connsiteY23" fmla="*/ 3681529 h 4785702"/>
                <a:gd name="connsiteX24" fmla="*/ 11941 w 20534463"/>
                <a:gd name="connsiteY24" fmla="*/ 3684386 h 478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4463" h="4785702">
                  <a:moveTo>
                    <a:pt x="11466" y="3684481"/>
                  </a:moveTo>
                  <a:cubicBezTo>
                    <a:pt x="1422784" y="2837995"/>
                    <a:pt x="3163002" y="3012302"/>
                    <a:pt x="4705005" y="3327866"/>
                  </a:cubicBezTo>
                  <a:cubicBezTo>
                    <a:pt x="5478339" y="3486076"/>
                    <a:pt x="6181380" y="3806687"/>
                    <a:pt x="6896516" y="4130252"/>
                  </a:cubicBezTo>
                  <a:cubicBezTo>
                    <a:pt x="7554313" y="4427718"/>
                    <a:pt x="8242113" y="4732613"/>
                    <a:pt x="8972109" y="4780238"/>
                  </a:cubicBezTo>
                  <a:cubicBezTo>
                    <a:pt x="9594949" y="4820814"/>
                    <a:pt x="10159400" y="4633838"/>
                    <a:pt x="10662130" y="4273222"/>
                  </a:cubicBezTo>
                  <a:cubicBezTo>
                    <a:pt x="11172384" y="3907367"/>
                    <a:pt x="11601676" y="3436736"/>
                    <a:pt x="12016775" y="2970011"/>
                  </a:cubicBezTo>
                  <a:cubicBezTo>
                    <a:pt x="12448067" y="2485665"/>
                    <a:pt x="12864500" y="1983793"/>
                    <a:pt x="13341512" y="1542690"/>
                  </a:cubicBezTo>
                  <a:cubicBezTo>
                    <a:pt x="13554301" y="1345523"/>
                    <a:pt x="13781281" y="1159880"/>
                    <a:pt x="14031598" y="1011671"/>
                  </a:cubicBezTo>
                  <a:cubicBezTo>
                    <a:pt x="14376404" y="807360"/>
                    <a:pt x="14746450" y="642196"/>
                    <a:pt x="15123259" y="506846"/>
                  </a:cubicBezTo>
                  <a:cubicBezTo>
                    <a:pt x="16648497" y="-40175"/>
                    <a:pt x="18320134" y="-71321"/>
                    <a:pt x="19912810" y="130323"/>
                  </a:cubicBezTo>
                  <a:cubicBezTo>
                    <a:pt x="20117216" y="156104"/>
                    <a:pt x="20321116" y="186012"/>
                    <a:pt x="20524506" y="220048"/>
                  </a:cubicBezTo>
                  <a:cubicBezTo>
                    <a:pt x="20534506" y="221763"/>
                    <a:pt x="20538794" y="206428"/>
                    <a:pt x="20528696" y="204808"/>
                  </a:cubicBezTo>
                  <a:cubicBezTo>
                    <a:pt x="18961262" y="-54367"/>
                    <a:pt x="17321152" y="-110564"/>
                    <a:pt x="15772102" y="291010"/>
                  </a:cubicBezTo>
                  <a:cubicBezTo>
                    <a:pt x="15075348" y="471985"/>
                    <a:pt x="14352877" y="740018"/>
                    <a:pt x="13767756" y="1167310"/>
                  </a:cubicBezTo>
                  <a:cubicBezTo>
                    <a:pt x="13264741" y="1534498"/>
                    <a:pt x="12845546" y="2008748"/>
                    <a:pt x="12434256" y="2472806"/>
                  </a:cubicBezTo>
                  <a:cubicBezTo>
                    <a:pt x="11997630" y="2966678"/>
                    <a:pt x="11570243" y="3474551"/>
                    <a:pt x="11078372" y="3915653"/>
                  </a:cubicBezTo>
                  <a:cubicBezTo>
                    <a:pt x="10613171" y="4332848"/>
                    <a:pt x="10083010" y="4681749"/>
                    <a:pt x="9449597" y="4753853"/>
                  </a:cubicBezTo>
                  <a:cubicBezTo>
                    <a:pt x="8683978" y="4841198"/>
                    <a:pt x="7933408" y="4566020"/>
                    <a:pt x="7242750" y="4266364"/>
                  </a:cubicBezTo>
                  <a:cubicBezTo>
                    <a:pt x="6541044" y="3961564"/>
                    <a:pt x="5855434" y="3599614"/>
                    <a:pt x="5112484" y="3402922"/>
                  </a:cubicBezTo>
                  <a:cubicBezTo>
                    <a:pt x="4730531" y="3301767"/>
                    <a:pt x="4336196" y="3234139"/>
                    <a:pt x="3945957" y="3174322"/>
                  </a:cubicBezTo>
                  <a:cubicBezTo>
                    <a:pt x="3557909" y="3114601"/>
                    <a:pt x="3166908" y="3071929"/>
                    <a:pt x="2774382" y="3057737"/>
                  </a:cubicBezTo>
                  <a:cubicBezTo>
                    <a:pt x="2007715" y="3030209"/>
                    <a:pt x="1225617" y="3113553"/>
                    <a:pt x="513051" y="3412067"/>
                  </a:cubicBezTo>
                  <a:cubicBezTo>
                    <a:pt x="337392" y="3486004"/>
                    <a:pt x="167253" y="3572426"/>
                    <a:pt x="3941" y="3670670"/>
                  </a:cubicBezTo>
                  <a:cubicBezTo>
                    <a:pt x="153" y="3672880"/>
                    <a:pt x="-1126" y="3677741"/>
                    <a:pt x="1083" y="3681529"/>
                  </a:cubicBezTo>
                  <a:cubicBezTo>
                    <a:pt x="3292" y="3685317"/>
                    <a:pt x="8153" y="3686596"/>
                    <a:pt x="11941" y="36843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16" name="Freeform 179">
              <a:extLst>
                <a:ext uri="{FF2B5EF4-FFF2-40B4-BE49-F238E27FC236}">
                  <a16:creationId xmlns:a16="http://schemas.microsoft.com/office/drawing/2014/main" id="{B7636154-3620-AA45-5F52-A2F22AA00E4C}"/>
                </a:ext>
              </a:extLst>
            </p:cNvPr>
            <p:cNvSpPr/>
            <p:nvPr/>
          </p:nvSpPr>
          <p:spPr>
            <a:xfrm>
              <a:off x="-1036791" y="-1094922"/>
              <a:ext cx="9314385" cy="2245946"/>
            </a:xfrm>
            <a:custGeom>
              <a:avLst/>
              <a:gdLst>
                <a:gd name="connsiteX0" fmla="*/ 11042 w 20533762"/>
                <a:gd name="connsiteY0" fmla="*/ 3701920 h 4951237"/>
                <a:gd name="connsiteX1" fmla="*/ 4872698 w 20533762"/>
                <a:gd name="connsiteY1" fmla="*/ 3379880 h 4951237"/>
                <a:gd name="connsiteX2" fmla="*/ 6999630 w 20533762"/>
                <a:gd name="connsiteY2" fmla="*/ 4257894 h 4951237"/>
                <a:gd name="connsiteX3" fmla="*/ 9038742 w 20533762"/>
                <a:gd name="connsiteY3" fmla="*/ 4946933 h 4951237"/>
                <a:gd name="connsiteX4" fmla="*/ 10660945 w 20533762"/>
                <a:gd name="connsiteY4" fmla="*/ 4412200 h 4951237"/>
                <a:gd name="connsiteX5" fmla="*/ 11978919 w 20533762"/>
                <a:gd name="connsiteY5" fmla="*/ 3056030 h 4951237"/>
                <a:gd name="connsiteX6" fmla="*/ 13267556 w 20533762"/>
                <a:gd name="connsiteY6" fmla="*/ 1571178 h 4951237"/>
                <a:gd name="connsiteX7" fmla="*/ 13941259 w 20533762"/>
                <a:gd name="connsiteY7" fmla="*/ 1012917 h 4951237"/>
                <a:gd name="connsiteX8" fmla="*/ 15000058 w 20533762"/>
                <a:gd name="connsiteY8" fmla="*/ 506854 h 4951237"/>
                <a:gd name="connsiteX9" fmla="*/ 19884478 w 20533762"/>
                <a:gd name="connsiteY9" fmla="*/ 142523 h 4951237"/>
                <a:gd name="connsiteX10" fmla="*/ 20524558 w 20533762"/>
                <a:gd name="connsiteY10" fmla="*/ 237773 h 4951237"/>
                <a:gd name="connsiteX11" fmla="*/ 20528368 w 20533762"/>
                <a:gd name="connsiteY11" fmla="*/ 223676 h 4951237"/>
                <a:gd name="connsiteX12" fmla="*/ 15640710 w 20533762"/>
                <a:gd name="connsiteY12" fmla="*/ 290351 h 4951237"/>
                <a:gd name="connsiteX13" fmla="*/ 13683799 w 20533762"/>
                <a:gd name="connsiteY13" fmla="*/ 1179033 h 4951237"/>
                <a:gd name="connsiteX14" fmla="*/ 12380874 w 20533762"/>
                <a:gd name="connsiteY14" fmla="*/ 2547109 h 4951237"/>
                <a:gd name="connsiteX15" fmla="*/ 11070234 w 20533762"/>
                <a:gd name="connsiteY15" fmla="*/ 4037105 h 4951237"/>
                <a:gd name="connsiteX16" fmla="*/ 9533661 w 20533762"/>
                <a:gd name="connsiteY16" fmla="*/ 4912643 h 4951237"/>
                <a:gd name="connsiteX17" fmla="*/ 7340625 w 20533762"/>
                <a:gd name="connsiteY17" fmla="*/ 4408580 h 4951237"/>
                <a:gd name="connsiteX18" fmla="*/ 5264175 w 20533762"/>
                <a:gd name="connsiteY18" fmla="*/ 3467129 h 4951237"/>
                <a:gd name="connsiteX19" fmla="*/ 4081932 w 20533762"/>
                <a:gd name="connsiteY19" fmla="*/ 3214716 h 4951237"/>
                <a:gd name="connsiteX20" fmla="*/ 2859589 w 20533762"/>
                <a:gd name="connsiteY20" fmla="*/ 3079938 h 4951237"/>
                <a:gd name="connsiteX21" fmla="*/ 514438 w 20533762"/>
                <a:gd name="connsiteY21" fmla="*/ 3429886 h 4951237"/>
                <a:gd name="connsiteX22" fmla="*/ 3612 w 20533762"/>
                <a:gd name="connsiteY22" fmla="*/ 3689252 h 4951237"/>
                <a:gd name="connsiteX23" fmla="*/ 993 w 20533762"/>
                <a:gd name="connsiteY23" fmla="*/ 3699206 h 4951237"/>
                <a:gd name="connsiteX24" fmla="*/ 10947 w 20533762"/>
                <a:gd name="connsiteY24" fmla="*/ 3701825 h 49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3762" h="4951237">
                  <a:moveTo>
                    <a:pt x="11042" y="3701920"/>
                  </a:moveTo>
                  <a:cubicBezTo>
                    <a:pt x="1472273" y="2825239"/>
                    <a:pt x="3282880" y="3040504"/>
                    <a:pt x="4872698" y="3379880"/>
                  </a:cubicBezTo>
                  <a:cubicBezTo>
                    <a:pt x="5628697" y="3541805"/>
                    <a:pt x="6313354" y="3916423"/>
                    <a:pt x="6999630" y="4257894"/>
                  </a:cubicBezTo>
                  <a:cubicBezTo>
                    <a:pt x="7638377" y="4575839"/>
                    <a:pt x="8314938" y="4902642"/>
                    <a:pt x="9038742" y="4946933"/>
                  </a:cubicBezTo>
                  <a:cubicBezTo>
                    <a:pt x="9646342" y="4984081"/>
                    <a:pt x="10184790" y="4778721"/>
                    <a:pt x="10660945" y="4412200"/>
                  </a:cubicBezTo>
                  <a:cubicBezTo>
                    <a:pt x="11160912" y="4027580"/>
                    <a:pt x="11576202" y="3538757"/>
                    <a:pt x="11978919" y="3056030"/>
                  </a:cubicBezTo>
                  <a:cubicBezTo>
                    <a:pt x="12398019" y="2553205"/>
                    <a:pt x="12802260" y="2033235"/>
                    <a:pt x="13267556" y="1571178"/>
                  </a:cubicBezTo>
                  <a:cubicBezTo>
                    <a:pt x="13474439" y="1365628"/>
                    <a:pt x="13695133" y="1170080"/>
                    <a:pt x="13941259" y="1012917"/>
                  </a:cubicBezTo>
                  <a:cubicBezTo>
                    <a:pt x="14269396" y="802796"/>
                    <a:pt x="14635156" y="641442"/>
                    <a:pt x="15000058" y="506854"/>
                  </a:cubicBezTo>
                  <a:cubicBezTo>
                    <a:pt x="16552633" y="-63884"/>
                    <a:pt x="18263134" y="-67503"/>
                    <a:pt x="19884478" y="142523"/>
                  </a:cubicBezTo>
                  <a:cubicBezTo>
                    <a:pt x="20098410" y="170209"/>
                    <a:pt x="20311770" y="201959"/>
                    <a:pt x="20524558" y="237773"/>
                  </a:cubicBezTo>
                  <a:cubicBezTo>
                    <a:pt x="20534084" y="239297"/>
                    <a:pt x="20537608" y="225200"/>
                    <a:pt x="20528368" y="223676"/>
                  </a:cubicBezTo>
                  <a:cubicBezTo>
                    <a:pt x="18919978" y="-42453"/>
                    <a:pt x="17231290" y="-128749"/>
                    <a:pt x="15640710" y="290351"/>
                  </a:cubicBezTo>
                  <a:cubicBezTo>
                    <a:pt x="14957196" y="470469"/>
                    <a:pt x="14244440" y="738026"/>
                    <a:pt x="13683799" y="1179033"/>
                  </a:cubicBezTo>
                  <a:cubicBezTo>
                    <a:pt x="13188499" y="1568606"/>
                    <a:pt x="12781019" y="2064096"/>
                    <a:pt x="12380874" y="2547109"/>
                  </a:cubicBezTo>
                  <a:cubicBezTo>
                    <a:pt x="11959298" y="3056030"/>
                    <a:pt x="11547341" y="3578095"/>
                    <a:pt x="11070234" y="4037105"/>
                  </a:cubicBezTo>
                  <a:cubicBezTo>
                    <a:pt x="10639133" y="4451728"/>
                    <a:pt x="10140023" y="4822536"/>
                    <a:pt x="9533661" y="4912643"/>
                  </a:cubicBezTo>
                  <a:cubicBezTo>
                    <a:pt x="8769185" y="5026371"/>
                    <a:pt x="8018424" y="4730334"/>
                    <a:pt x="7340625" y="4408580"/>
                  </a:cubicBezTo>
                  <a:cubicBezTo>
                    <a:pt x="6654825" y="4083301"/>
                    <a:pt x="5991885" y="3694205"/>
                    <a:pt x="5264175" y="3467129"/>
                  </a:cubicBezTo>
                  <a:cubicBezTo>
                    <a:pt x="4880699" y="3347495"/>
                    <a:pt x="4477791" y="3279867"/>
                    <a:pt x="4081932" y="3214716"/>
                  </a:cubicBezTo>
                  <a:cubicBezTo>
                    <a:pt x="3677310" y="3148041"/>
                    <a:pt x="3269354" y="3099083"/>
                    <a:pt x="2859589" y="3079938"/>
                  </a:cubicBezTo>
                  <a:cubicBezTo>
                    <a:pt x="2065871" y="3043076"/>
                    <a:pt x="1253007" y="3120609"/>
                    <a:pt x="514438" y="3429886"/>
                  </a:cubicBezTo>
                  <a:cubicBezTo>
                    <a:pt x="338164" y="3503980"/>
                    <a:pt x="167448" y="3590659"/>
                    <a:pt x="3612" y="3689252"/>
                  </a:cubicBezTo>
                  <a:cubicBezTo>
                    <a:pt x="140" y="3691277"/>
                    <a:pt x="-1033" y="3695734"/>
                    <a:pt x="993" y="3699206"/>
                  </a:cubicBezTo>
                  <a:cubicBezTo>
                    <a:pt x="3018" y="3702678"/>
                    <a:pt x="7475" y="3703851"/>
                    <a:pt x="10947" y="3701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18" name="Freeform 180">
              <a:extLst>
                <a:ext uri="{FF2B5EF4-FFF2-40B4-BE49-F238E27FC236}">
                  <a16:creationId xmlns:a16="http://schemas.microsoft.com/office/drawing/2014/main" id="{F00ADDDA-44D0-45A2-A5CB-DD650CA5CA5E}"/>
                </a:ext>
              </a:extLst>
            </p:cNvPr>
            <p:cNvSpPr/>
            <p:nvPr/>
          </p:nvSpPr>
          <p:spPr>
            <a:xfrm>
              <a:off x="-1034224" y="-1253208"/>
              <a:ext cx="9313468" cy="2322773"/>
            </a:xfrm>
            <a:custGeom>
              <a:avLst/>
              <a:gdLst>
                <a:gd name="connsiteX0" fmla="*/ 9289 w 20531742"/>
                <a:gd name="connsiteY0" fmla="*/ 3721775 h 5120603"/>
                <a:gd name="connsiteX1" fmla="*/ 2447117 w 20531742"/>
                <a:gd name="connsiteY1" fmla="*/ 3105984 h 5120603"/>
                <a:gd name="connsiteX2" fmla="*/ 4989054 w 20531742"/>
                <a:gd name="connsiteY2" fmla="*/ 3426405 h 5120603"/>
                <a:gd name="connsiteX3" fmla="*/ 7075601 w 20531742"/>
                <a:gd name="connsiteY3" fmla="*/ 4385382 h 5120603"/>
                <a:gd name="connsiteX4" fmla="*/ 9067564 w 20531742"/>
                <a:gd name="connsiteY4" fmla="*/ 5116045 h 5120603"/>
                <a:gd name="connsiteX5" fmla="*/ 10633188 w 20531742"/>
                <a:gd name="connsiteY5" fmla="*/ 4572453 h 5120603"/>
                <a:gd name="connsiteX6" fmla="*/ 11933541 w 20531742"/>
                <a:gd name="connsiteY6" fmla="*/ 3155323 h 5120603"/>
                <a:gd name="connsiteX7" fmla="*/ 13186841 w 20531742"/>
                <a:gd name="connsiteY7" fmla="*/ 1614178 h 5120603"/>
                <a:gd name="connsiteX8" fmla="*/ 13839970 w 20531742"/>
                <a:gd name="connsiteY8" fmla="*/ 1027629 h 5120603"/>
                <a:gd name="connsiteX9" fmla="*/ 14850953 w 20531742"/>
                <a:gd name="connsiteY9" fmla="*/ 518898 h 5120603"/>
                <a:gd name="connsiteX10" fmla="*/ 19918254 w 20531742"/>
                <a:gd name="connsiteY10" fmla="*/ 165711 h 5120603"/>
                <a:gd name="connsiteX11" fmla="*/ 20523472 w 20531742"/>
                <a:gd name="connsiteY11" fmla="*/ 257532 h 5120603"/>
                <a:gd name="connsiteX12" fmla="*/ 20526900 w 20531742"/>
                <a:gd name="connsiteY12" fmla="*/ 244769 h 5120603"/>
                <a:gd name="connsiteX13" fmla="*/ 15518084 w 20531742"/>
                <a:gd name="connsiteY13" fmla="*/ 288870 h 5120603"/>
                <a:gd name="connsiteX14" fmla="*/ 13588700 w 20531742"/>
                <a:gd name="connsiteY14" fmla="*/ 1207175 h 5120603"/>
                <a:gd name="connsiteX15" fmla="*/ 12322923 w 20531742"/>
                <a:gd name="connsiteY15" fmla="*/ 2633448 h 5120603"/>
                <a:gd name="connsiteX16" fmla="*/ 11038382 w 20531742"/>
                <a:gd name="connsiteY16" fmla="*/ 4182595 h 5120603"/>
                <a:gd name="connsiteX17" fmla="*/ 9553339 w 20531742"/>
                <a:gd name="connsiteY17" fmla="*/ 5081373 h 5120603"/>
                <a:gd name="connsiteX18" fmla="*/ 7412881 w 20531742"/>
                <a:gd name="connsiteY18" fmla="*/ 4549783 h 5120603"/>
                <a:gd name="connsiteX19" fmla="*/ 5372340 w 20531742"/>
                <a:gd name="connsiteY19" fmla="*/ 3527846 h 5120603"/>
                <a:gd name="connsiteX20" fmla="*/ 4199622 w 20531742"/>
                <a:gd name="connsiteY20" fmla="*/ 3255812 h 5120603"/>
                <a:gd name="connsiteX21" fmla="*/ 2961372 w 20531742"/>
                <a:gd name="connsiteY21" fmla="*/ 3106269 h 5120603"/>
                <a:gd name="connsiteX22" fmla="*/ 528687 w 20531742"/>
                <a:gd name="connsiteY22" fmla="*/ 3444407 h 5120603"/>
                <a:gd name="connsiteX23" fmla="*/ 2622 w 20531742"/>
                <a:gd name="connsiteY23" fmla="*/ 3710059 h 5120603"/>
                <a:gd name="connsiteX24" fmla="*/ 1368 w 20531742"/>
                <a:gd name="connsiteY24" fmla="*/ 3719405 h 5120603"/>
                <a:gd name="connsiteX25" fmla="*/ 9289 w 20531742"/>
                <a:gd name="connsiteY25" fmla="*/ 3721489 h 512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531742" h="5120603">
                  <a:moveTo>
                    <a:pt x="9289" y="3721775"/>
                  </a:moveTo>
                  <a:cubicBezTo>
                    <a:pt x="745286" y="3280386"/>
                    <a:pt x="1596630" y="3112175"/>
                    <a:pt x="2447117" y="3105984"/>
                  </a:cubicBezTo>
                  <a:cubicBezTo>
                    <a:pt x="3297604" y="3099792"/>
                    <a:pt x="4164475" y="3225903"/>
                    <a:pt x="4989054" y="3426405"/>
                  </a:cubicBezTo>
                  <a:cubicBezTo>
                    <a:pt x="5736671" y="3608237"/>
                    <a:pt x="6406374" y="4021336"/>
                    <a:pt x="7075601" y="4385382"/>
                  </a:cubicBezTo>
                  <a:cubicBezTo>
                    <a:pt x="7692344" y="4720948"/>
                    <a:pt x="8353189" y="5068896"/>
                    <a:pt x="9067564" y="5116045"/>
                  </a:cubicBezTo>
                  <a:cubicBezTo>
                    <a:pt x="9660686" y="5155097"/>
                    <a:pt x="10178750" y="4940689"/>
                    <a:pt x="10633188" y="4572453"/>
                  </a:cubicBezTo>
                  <a:cubicBezTo>
                    <a:pt x="11131917" y="4168307"/>
                    <a:pt x="11539206" y="3658053"/>
                    <a:pt x="11933541" y="3155323"/>
                  </a:cubicBezTo>
                  <a:cubicBezTo>
                    <a:pt x="12341973" y="2634877"/>
                    <a:pt x="12733641" y="2098048"/>
                    <a:pt x="13186841" y="1614178"/>
                  </a:cubicBezTo>
                  <a:cubicBezTo>
                    <a:pt x="13386866" y="1400723"/>
                    <a:pt x="13600225" y="1196221"/>
                    <a:pt x="13839970" y="1027629"/>
                  </a:cubicBezTo>
                  <a:cubicBezTo>
                    <a:pt x="14147056" y="811697"/>
                    <a:pt x="14501767" y="652725"/>
                    <a:pt x="14850953" y="518898"/>
                  </a:cubicBezTo>
                  <a:cubicBezTo>
                    <a:pt x="16454487" y="-96703"/>
                    <a:pt x="18240996" y="-62603"/>
                    <a:pt x="19918254" y="165711"/>
                  </a:cubicBezTo>
                  <a:cubicBezTo>
                    <a:pt x="20120374" y="193207"/>
                    <a:pt x="20322114" y="223814"/>
                    <a:pt x="20523472" y="257532"/>
                  </a:cubicBezTo>
                  <a:cubicBezTo>
                    <a:pt x="20531758" y="258866"/>
                    <a:pt x="20535378" y="246198"/>
                    <a:pt x="20526900" y="244769"/>
                  </a:cubicBezTo>
                  <a:cubicBezTo>
                    <a:pt x="18880982" y="-28027"/>
                    <a:pt x="17147146" y="-147852"/>
                    <a:pt x="15518084" y="288870"/>
                  </a:cubicBezTo>
                  <a:cubicBezTo>
                    <a:pt x="14837047" y="471273"/>
                    <a:pt x="14130292" y="743784"/>
                    <a:pt x="13588700" y="1207175"/>
                  </a:cubicBezTo>
                  <a:cubicBezTo>
                    <a:pt x="13105497" y="1620560"/>
                    <a:pt x="12711733" y="2133576"/>
                    <a:pt x="12322923" y="2633448"/>
                  </a:cubicBezTo>
                  <a:cubicBezTo>
                    <a:pt x="11911348" y="3162086"/>
                    <a:pt x="11509012" y="3703677"/>
                    <a:pt x="11038382" y="4182595"/>
                  </a:cubicBezTo>
                  <a:cubicBezTo>
                    <a:pt x="10628521" y="4599599"/>
                    <a:pt x="10146746" y="4986790"/>
                    <a:pt x="9553339" y="5081373"/>
                  </a:cubicBezTo>
                  <a:cubicBezTo>
                    <a:pt x="8801435" y="5201484"/>
                    <a:pt x="8066391" y="4887349"/>
                    <a:pt x="7412881" y="4549783"/>
                  </a:cubicBezTo>
                  <a:cubicBezTo>
                    <a:pt x="6738035" y="4201168"/>
                    <a:pt x="6091192" y="3783402"/>
                    <a:pt x="5372340" y="3527846"/>
                  </a:cubicBezTo>
                  <a:cubicBezTo>
                    <a:pt x="4994007" y="3393448"/>
                    <a:pt x="4594243" y="3324106"/>
                    <a:pt x="4199622" y="3255812"/>
                  </a:cubicBezTo>
                  <a:cubicBezTo>
                    <a:pt x="3790047" y="3184851"/>
                    <a:pt x="3376567" y="3130749"/>
                    <a:pt x="2961372" y="3106269"/>
                  </a:cubicBezTo>
                  <a:cubicBezTo>
                    <a:pt x="2139936" y="3057978"/>
                    <a:pt x="1295450" y="3126939"/>
                    <a:pt x="528687" y="3444407"/>
                  </a:cubicBezTo>
                  <a:cubicBezTo>
                    <a:pt x="347007" y="3519832"/>
                    <a:pt x="171168" y="3608626"/>
                    <a:pt x="2622" y="3710059"/>
                  </a:cubicBezTo>
                  <a:cubicBezTo>
                    <a:pt x="-305" y="3712294"/>
                    <a:pt x="-866" y="3716478"/>
                    <a:pt x="1368" y="3719405"/>
                  </a:cubicBezTo>
                  <a:cubicBezTo>
                    <a:pt x="3221" y="3721830"/>
                    <a:pt x="6483" y="3722689"/>
                    <a:pt x="9289" y="37214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</p:grpSp>
      <p:pic>
        <p:nvPicPr>
          <p:cNvPr id="15" name="Grafik 14" descr="Ein Bild, das Kreis, Screenshot, Design, Symmetrie enthält.&#10;&#10;Automatisch generierte Beschreibung">
            <a:extLst>
              <a:ext uri="{FF2B5EF4-FFF2-40B4-BE49-F238E27FC236}">
                <a16:creationId xmlns:a16="http://schemas.microsoft.com/office/drawing/2014/main" id="{1454A940-4254-27A9-F921-146EEC9CC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155" y="1940333"/>
            <a:ext cx="11105142" cy="4719985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29EB0CD6-0CE8-5AFF-26A3-E59DEAEDCEE1}"/>
              </a:ext>
            </a:extLst>
          </p:cNvPr>
          <p:cNvSpPr txBox="1"/>
          <p:nvPr/>
        </p:nvSpPr>
        <p:spPr>
          <a:xfrm>
            <a:off x="8289019" y="2215912"/>
            <a:ext cx="2234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noProof="0" dirty="0">
                <a:solidFill>
                  <a:schemeClr val="bg1"/>
                </a:solidFill>
                <a:latin typeface="Montserrat" pitchFamily="2" charset="0"/>
              </a:rPr>
              <a:t>Präzise Stellenanalyse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788C55-38B0-2082-746F-0571C91F576F}"/>
              </a:ext>
            </a:extLst>
          </p:cNvPr>
          <p:cNvSpPr txBox="1"/>
          <p:nvPr/>
        </p:nvSpPr>
        <p:spPr>
          <a:xfrm>
            <a:off x="8794346" y="4068186"/>
            <a:ext cx="2234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noProof="0" dirty="0">
                <a:solidFill>
                  <a:schemeClr val="bg1"/>
                </a:solidFill>
                <a:latin typeface="Montserrat" pitchFamily="2" charset="0"/>
              </a:rPr>
              <a:t>Teamanalyse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5DF5268-42BA-CF05-B76A-F4D707E2AC1E}"/>
              </a:ext>
            </a:extLst>
          </p:cNvPr>
          <p:cNvSpPr txBox="1"/>
          <p:nvPr/>
        </p:nvSpPr>
        <p:spPr>
          <a:xfrm>
            <a:off x="7992472" y="5600760"/>
            <a:ext cx="2833562" cy="782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noProof="0" dirty="0">
                <a:solidFill>
                  <a:schemeClr val="bg1"/>
                </a:solidFill>
                <a:latin typeface="Montserrat" pitchFamily="2" charset="0"/>
              </a:rPr>
              <a:t>Maßgeschneiderte Stellenausschreibung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5B734F2-55E3-8F4E-363A-5627EF58DB5D}"/>
              </a:ext>
            </a:extLst>
          </p:cNvPr>
          <p:cNvSpPr txBox="1"/>
          <p:nvPr/>
        </p:nvSpPr>
        <p:spPr>
          <a:xfrm>
            <a:off x="1637965" y="2212460"/>
            <a:ext cx="2234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noProof="0" dirty="0">
                <a:solidFill>
                  <a:schemeClr val="bg1"/>
                </a:solidFill>
                <a:latin typeface="Montserrat" pitchFamily="2" charset="0"/>
              </a:rPr>
              <a:t>Individuelles Onboarding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4D58797-94D6-7A3F-D549-4FC4F1D4EB40}"/>
              </a:ext>
            </a:extLst>
          </p:cNvPr>
          <p:cNvSpPr txBox="1"/>
          <p:nvPr/>
        </p:nvSpPr>
        <p:spPr>
          <a:xfrm>
            <a:off x="1066932" y="3668076"/>
            <a:ext cx="2430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noProof="0" dirty="0" err="1">
                <a:solidFill>
                  <a:schemeClr val="bg1"/>
                </a:solidFill>
                <a:latin typeface="Montserrat" pitchFamily="2" charset="0"/>
              </a:rPr>
              <a:t>Assessement</a:t>
            </a:r>
            <a:r>
              <a:rPr lang="de-DE" b="1" noProof="0" dirty="0">
                <a:solidFill>
                  <a:schemeClr val="bg1"/>
                </a:solidFill>
                <a:latin typeface="Montserrat" pitchFamily="2" charset="0"/>
              </a:rPr>
              <a:t>-Center/ Vorstellungs-gespräch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22C7A3C-AEC0-A92D-1A4D-1A276C50A371}"/>
              </a:ext>
            </a:extLst>
          </p:cNvPr>
          <p:cNvSpPr txBox="1"/>
          <p:nvPr/>
        </p:nvSpPr>
        <p:spPr>
          <a:xfrm>
            <a:off x="1338485" y="5602826"/>
            <a:ext cx="2833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noProof="0" dirty="0">
                <a:solidFill>
                  <a:schemeClr val="bg1"/>
                </a:solidFill>
                <a:latin typeface="Montserrat" pitchFamily="2" charset="0"/>
              </a:rPr>
              <a:t>Vorfilterung der Bewerbungen</a:t>
            </a:r>
          </a:p>
        </p:txBody>
      </p:sp>
      <p:pic>
        <p:nvPicPr>
          <p:cNvPr id="26" name="Picture 9" descr="A grey silhouette of a person's head&#10;&#10;Description automatically generated">
            <a:extLst>
              <a:ext uri="{FF2B5EF4-FFF2-40B4-BE49-F238E27FC236}">
                <a16:creationId xmlns:a16="http://schemas.microsoft.com/office/drawing/2014/main" id="{73746C35-311D-EDB2-6F9C-358C41C0F5C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13" b="8920"/>
          <a:stretch/>
        </p:blipFill>
        <p:spPr>
          <a:xfrm>
            <a:off x="5298894" y="3294099"/>
            <a:ext cx="1475093" cy="1595114"/>
          </a:xfrm>
          <a:prstGeom prst="rect">
            <a:avLst/>
          </a:prstGeom>
        </p:spPr>
      </p:pic>
      <p:pic>
        <p:nvPicPr>
          <p:cNvPr id="40" name="Grafik 39" descr="Marke 1 mit einfarbiger Füllung">
            <a:extLst>
              <a:ext uri="{FF2B5EF4-FFF2-40B4-BE49-F238E27FC236}">
                <a16:creationId xmlns:a16="http://schemas.microsoft.com/office/drawing/2014/main" id="{B984E398-F414-B802-233D-6910ED8AC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7511" y="1590084"/>
            <a:ext cx="733048" cy="733048"/>
          </a:xfrm>
          <a:prstGeom prst="rect">
            <a:avLst/>
          </a:prstGeom>
        </p:spPr>
      </p:pic>
      <p:pic>
        <p:nvPicPr>
          <p:cNvPr id="38" name="Grafik 37" descr="Abzeichen mit einfarbiger Füllung">
            <a:extLst>
              <a:ext uri="{FF2B5EF4-FFF2-40B4-BE49-F238E27FC236}">
                <a16:creationId xmlns:a16="http://schemas.microsoft.com/office/drawing/2014/main" id="{6A94FE93-8933-59C8-01C8-9C2E91026C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78358" y="3262751"/>
            <a:ext cx="715296" cy="715296"/>
          </a:xfrm>
          <a:prstGeom prst="rect">
            <a:avLst/>
          </a:prstGeom>
        </p:spPr>
      </p:pic>
      <p:pic>
        <p:nvPicPr>
          <p:cNvPr id="36" name="Grafik 35" descr="Marke 3 mit einfarbiger Füllung">
            <a:extLst>
              <a:ext uri="{FF2B5EF4-FFF2-40B4-BE49-F238E27FC236}">
                <a16:creationId xmlns:a16="http://schemas.microsoft.com/office/drawing/2014/main" id="{2C2F4381-59C4-07D8-B500-9A079612BC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57691" y="5025608"/>
            <a:ext cx="740058" cy="740058"/>
          </a:xfrm>
          <a:prstGeom prst="rect">
            <a:avLst/>
          </a:prstGeom>
        </p:spPr>
      </p:pic>
      <p:pic>
        <p:nvPicPr>
          <p:cNvPr id="34" name="Grafik 33" descr="Marke 4 mit einfarbiger Füllung">
            <a:extLst>
              <a:ext uri="{FF2B5EF4-FFF2-40B4-BE49-F238E27FC236}">
                <a16:creationId xmlns:a16="http://schemas.microsoft.com/office/drawing/2014/main" id="{2FCC0E7B-AFC1-0B78-46C6-A9C9997243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1200" y="5143477"/>
            <a:ext cx="768415" cy="768415"/>
          </a:xfrm>
          <a:prstGeom prst="rect">
            <a:avLst/>
          </a:prstGeom>
        </p:spPr>
      </p:pic>
      <p:pic>
        <p:nvPicPr>
          <p:cNvPr id="32" name="Grafik 31" descr="Marke 5 mit einfarbiger Füllung">
            <a:extLst>
              <a:ext uri="{FF2B5EF4-FFF2-40B4-BE49-F238E27FC236}">
                <a16:creationId xmlns:a16="http://schemas.microsoft.com/office/drawing/2014/main" id="{3A97CE54-CE24-D6A2-0A85-09B8675B751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145" y="3368344"/>
            <a:ext cx="789694" cy="789694"/>
          </a:xfrm>
          <a:prstGeom prst="rect">
            <a:avLst/>
          </a:prstGeom>
        </p:spPr>
      </p:pic>
      <p:pic>
        <p:nvPicPr>
          <p:cNvPr id="30" name="Grafik 29" descr="Marke 6 mit einfarbiger Füllung">
            <a:extLst>
              <a:ext uri="{FF2B5EF4-FFF2-40B4-BE49-F238E27FC236}">
                <a16:creationId xmlns:a16="http://schemas.microsoft.com/office/drawing/2014/main" id="{B639DB86-B3BD-EDDA-EF91-5A69AD308B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0103" y="1714704"/>
            <a:ext cx="740974" cy="74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250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E580BDA-D9EF-70EB-C2A5-D3DC052323EE}"/>
              </a:ext>
            </a:extLst>
          </p:cNvPr>
          <p:cNvSpPr txBox="1"/>
          <p:nvPr/>
        </p:nvSpPr>
        <p:spPr>
          <a:xfrm>
            <a:off x="673100" y="800100"/>
            <a:ext cx="2589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Schritt 1: Stellenanalyse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212C124-92DB-C9A7-853B-ECF0D1A9C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11">
            <a:extLst>
              <a:ext uri="{FF2B5EF4-FFF2-40B4-BE49-F238E27FC236}">
                <a16:creationId xmlns:a16="http://schemas.microsoft.com/office/drawing/2014/main" id="{391BD31E-5782-C205-8209-6D2B8C4C3E09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88000">
                <a:schemeClr val="bg1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C410018-5741-95EC-D48C-9C12B7B3C00D}"/>
              </a:ext>
            </a:extLst>
          </p:cNvPr>
          <p:cNvSpPr txBox="1"/>
          <p:nvPr/>
        </p:nvSpPr>
        <p:spPr>
          <a:xfrm>
            <a:off x="416391" y="4794118"/>
            <a:ext cx="10908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800" noProof="0" dirty="0">
                <a:solidFill>
                  <a:srgbClr val="707072"/>
                </a:solidFill>
                <a:latin typeface="Montserrat" pitchFamily="2" charset="0"/>
              </a:rPr>
              <a:t>1. SCHRITT:</a:t>
            </a:r>
          </a:p>
          <a:p>
            <a:r>
              <a:rPr lang="de-DE" sz="4800" noProof="0" dirty="0">
                <a:solidFill>
                  <a:srgbClr val="6E5537"/>
                </a:solidFill>
                <a:latin typeface="Montserrat" pitchFamily="2" charset="0"/>
              </a:rPr>
              <a:t>STELLENANALYSE</a:t>
            </a:r>
          </a:p>
        </p:txBody>
      </p:sp>
    </p:spTree>
    <p:extLst>
      <p:ext uri="{BB962C8B-B14F-4D97-AF65-F5344CB8AC3E}">
        <p14:creationId xmlns:p14="http://schemas.microsoft.com/office/powerpoint/2010/main" val="236760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A586-AA47-36C3-1B79-BC4FE21A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88882C2-4CE5-C0AC-C788-E0E8A26D2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11">
            <a:extLst>
              <a:ext uri="{FF2B5EF4-FFF2-40B4-BE49-F238E27FC236}">
                <a16:creationId xmlns:a16="http://schemas.microsoft.com/office/drawing/2014/main" id="{8F0D1287-8121-4891-AA8A-B874FEEC082A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88000">
                <a:schemeClr val="bg1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84A29CF-10FF-CA22-1F72-6D50981F3367}"/>
              </a:ext>
            </a:extLst>
          </p:cNvPr>
          <p:cNvSpPr txBox="1"/>
          <p:nvPr/>
        </p:nvSpPr>
        <p:spPr>
          <a:xfrm>
            <a:off x="416391" y="4794118"/>
            <a:ext cx="10908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800" noProof="0" dirty="0">
                <a:solidFill>
                  <a:srgbClr val="707072"/>
                </a:solidFill>
                <a:latin typeface="Montserrat" pitchFamily="2" charset="0"/>
              </a:rPr>
              <a:t>2. SCHRITT:</a:t>
            </a:r>
          </a:p>
          <a:p>
            <a:r>
              <a:rPr lang="de-DE" sz="4800" noProof="0" dirty="0">
                <a:solidFill>
                  <a:srgbClr val="6E5537"/>
                </a:solidFill>
                <a:latin typeface="Montserrat" pitchFamily="2" charset="0"/>
              </a:rPr>
              <a:t>TEAMANALYSE</a:t>
            </a:r>
          </a:p>
        </p:txBody>
      </p:sp>
    </p:spTree>
    <p:extLst>
      <p:ext uri="{BB962C8B-B14F-4D97-AF65-F5344CB8AC3E}">
        <p14:creationId xmlns:p14="http://schemas.microsoft.com/office/powerpoint/2010/main" val="226613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3CAB4-0BA5-EDEB-F4AF-1A526E2E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41EEABF-BD02-364A-33AC-9C7FF9138006}"/>
              </a:ext>
            </a:extLst>
          </p:cNvPr>
          <p:cNvSpPr txBox="1"/>
          <p:nvPr/>
        </p:nvSpPr>
        <p:spPr>
          <a:xfrm>
            <a:off x="733748" y="584200"/>
            <a:ext cx="5917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Schritt 3: </a:t>
            </a:r>
            <a:r>
              <a:rPr lang="de-DE" b="1" noProof="0" dirty="0">
                <a:solidFill>
                  <a:srgbClr val="FF0000"/>
                </a:solidFill>
                <a:latin typeface="Montserrat" pitchFamily="2" charset="0"/>
              </a:rPr>
              <a:t>Maßgeschneiderte Stellenausschreibung</a:t>
            </a:r>
          </a:p>
          <a:p>
            <a:endParaRPr lang="de-DE" dirty="0">
              <a:solidFill>
                <a:srgbClr val="FF0000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59968A7-7A52-265F-105A-E1B348195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11">
            <a:extLst>
              <a:ext uri="{FF2B5EF4-FFF2-40B4-BE49-F238E27FC236}">
                <a16:creationId xmlns:a16="http://schemas.microsoft.com/office/drawing/2014/main" id="{21E0F310-279A-E320-5775-B74FA2DB065D}"/>
              </a:ext>
            </a:extLst>
          </p:cNvPr>
          <p:cNvSpPr>
            <a:spLocks/>
          </p:cNvSpPr>
          <p:nvPr/>
        </p:nvSpPr>
        <p:spPr>
          <a:xfrm>
            <a:off x="0" y="0"/>
            <a:ext cx="12383146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88000">
                <a:schemeClr val="bg1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D202296-4E64-EE31-1CC9-152AEB3B305A}"/>
              </a:ext>
            </a:extLst>
          </p:cNvPr>
          <p:cNvSpPr txBox="1"/>
          <p:nvPr/>
        </p:nvSpPr>
        <p:spPr>
          <a:xfrm>
            <a:off x="416391" y="4794118"/>
            <a:ext cx="10908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800" noProof="0" dirty="0">
                <a:solidFill>
                  <a:srgbClr val="707072"/>
                </a:solidFill>
                <a:latin typeface="Montserrat" pitchFamily="2" charset="0"/>
              </a:rPr>
              <a:t>3. SCHRITT</a:t>
            </a:r>
          </a:p>
          <a:p>
            <a:r>
              <a:rPr lang="de-DE" sz="4800" noProof="0" dirty="0">
                <a:solidFill>
                  <a:srgbClr val="6E5537"/>
                </a:solidFill>
                <a:latin typeface="Montserrat" pitchFamily="2" charset="0"/>
              </a:rPr>
              <a:t>STELLENAUSSCHREIBUNG </a:t>
            </a:r>
          </a:p>
        </p:txBody>
      </p:sp>
    </p:spTree>
    <p:extLst>
      <p:ext uri="{BB962C8B-B14F-4D97-AF65-F5344CB8AC3E}">
        <p14:creationId xmlns:p14="http://schemas.microsoft.com/office/powerpoint/2010/main" val="211237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2CAB-9D37-11D6-0E3D-653B7E4B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9">
            <a:extLst>
              <a:ext uri="{FF2B5EF4-FFF2-40B4-BE49-F238E27FC236}">
                <a16:creationId xmlns:a16="http://schemas.microsoft.com/office/drawing/2014/main" id="{BD7E7C0A-039B-9142-3C19-E58D7D6E1D11}"/>
              </a:ext>
            </a:extLst>
          </p:cNvPr>
          <p:cNvSpPr/>
          <p:nvPr/>
        </p:nvSpPr>
        <p:spPr>
          <a:xfrm>
            <a:off x="0" y="2826134"/>
            <a:ext cx="12192000" cy="4038113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0">
                <a:schemeClr val="bg1">
                  <a:lumMod val="85000"/>
                </a:schemeClr>
              </a:gs>
              <a:gs pos="59000">
                <a:srgbClr val="EBEBEB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31" name="Group 11">
            <a:extLst>
              <a:ext uri="{FF2B5EF4-FFF2-40B4-BE49-F238E27FC236}">
                <a16:creationId xmlns:a16="http://schemas.microsoft.com/office/drawing/2014/main" id="{F268F925-3D00-7516-74D2-812C27D64021}"/>
              </a:ext>
            </a:extLst>
          </p:cNvPr>
          <p:cNvGrpSpPr/>
          <p:nvPr/>
        </p:nvGrpSpPr>
        <p:grpSpPr>
          <a:xfrm rot="2980602">
            <a:off x="4760959" y="-1855977"/>
            <a:ext cx="15651267" cy="5032690"/>
            <a:chOff x="-1052091" y="-1253208"/>
            <a:chExt cx="9331335" cy="3000507"/>
          </a:xfrm>
          <a:solidFill>
            <a:schemeClr val="bg1">
              <a:lumMod val="85000"/>
            </a:schemeClr>
          </a:solidFill>
        </p:grpSpPr>
        <p:sp>
          <p:nvSpPr>
            <p:cNvPr id="32" name="Freeform 172">
              <a:extLst>
                <a:ext uri="{FF2B5EF4-FFF2-40B4-BE49-F238E27FC236}">
                  <a16:creationId xmlns:a16="http://schemas.microsoft.com/office/drawing/2014/main" id="{FB2C0AA9-8E25-4DBF-B9DD-9A68FD124AE4}"/>
                </a:ext>
              </a:extLst>
            </p:cNvPr>
            <p:cNvSpPr/>
            <p:nvPr/>
          </p:nvSpPr>
          <p:spPr>
            <a:xfrm>
              <a:off x="-1052091" y="-10083"/>
              <a:ext cx="9318432" cy="1757382"/>
            </a:xfrm>
            <a:custGeom>
              <a:avLst/>
              <a:gdLst>
                <a:gd name="connsiteX0" fmla="*/ 17817 w 20542684"/>
                <a:gd name="connsiteY0" fmla="*/ 3613989 h 3874187"/>
                <a:gd name="connsiteX1" fmla="*/ 4012983 w 20542684"/>
                <a:gd name="connsiteY1" fmla="*/ 3130310 h 3874187"/>
                <a:gd name="connsiteX2" fmla="*/ 8399436 w 20542684"/>
                <a:gd name="connsiteY2" fmla="*/ 3873260 h 3874187"/>
                <a:gd name="connsiteX3" fmla="*/ 10488173 w 20542684"/>
                <a:gd name="connsiteY3" fmla="*/ 3517883 h 3874187"/>
                <a:gd name="connsiteX4" fmla="*/ 12210864 w 20542684"/>
                <a:gd name="connsiteY4" fmla="*/ 2576908 h 3874187"/>
                <a:gd name="connsiteX5" fmla="*/ 13879739 w 20542684"/>
                <a:gd name="connsiteY5" fmla="*/ 1463244 h 3874187"/>
                <a:gd name="connsiteX6" fmla="*/ 15800075 w 20542684"/>
                <a:gd name="connsiteY6" fmla="*/ 553416 h 3874187"/>
                <a:gd name="connsiteX7" fmla="*/ 19967262 w 20542684"/>
                <a:gd name="connsiteY7" fmla="*/ 73928 h 3874187"/>
                <a:gd name="connsiteX8" fmla="*/ 20527714 w 20542684"/>
                <a:gd name="connsiteY8" fmla="*/ 150128 h 3874187"/>
                <a:gd name="connsiteX9" fmla="*/ 20534096 w 20542684"/>
                <a:gd name="connsiteY9" fmla="*/ 127078 h 3874187"/>
                <a:gd name="connsiteX10" fmla="*/ 16371099 w 20542684"/>
                <a:gd name="connsiteY10" fmla="*/ 351963 h 3874187"/>
                <a:gd name="connsiteX11" fmla="*/ 14438000 w 20542684"/>
                <a:gd name="connsiteY11" fmla="*/ 1116439 h 3874187"/>
                <a:gd name="connsiteX12" fmla="*/ 12705688 w 20542684"/>
                <a:gd name="connsiteY12" fmla="*/ 2213243 h 3874187"/>
                <a:gd name="connsiteX13" fmla="*/ 10997094 w 20542684"/>
                <a:gd name="connsiteY13" fmla="*/ 3266137 h 3874187"/>
                <a:gd name="connsiteX14" fmla="*/ 8895879 w 20542684"/>
                <a:gd name="connsiteY14" fmla="*/ 3839256 h 3874187"/>
                <a:gd name="connsiteX15" fmla="*/ 4360264 w 20542684"/>
                <a:gd name="connsiteY15" fmla="*/ 3165934 h 3874187"/>
                <a:gd name="connsiteX16" fmla="*/ 453585 w 20542684"/>
                <a:gd name="connsiteY16" fmla="*/ 3361101 h 3874187"/>
                <a:gd name="connsiteX17" fmla="*/ 5910 w 20542684"/>
                <a:gd name="connsiteY17" fmla="*/ 3593416 h 3874187"/>
                <a:gd name="connsiteX18" fmla="*/ 1625 w 20542684"/>
                <a:gd name="connsiteY18" fmla="*/ 3609704 h 3874187"/>
                <a:gd name="connsiteX19" fmla="*/ 17912 w 20542684"/>
                <a:gd name="connsiteY19" fmla="*/ 3613990 h 387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542684" h="3874187">
                  <a:moveTo>
                    <a:pt x="17817" y="3613989"/>
                  </a:moveTo>
                  <a:cubicBezTo>
                    <a:pt x="1217967" y="2894185"/>
                    <a:pt x="2674244" y="2917141"/>
                    <a:pt x="4012983" y="3130310"/>
                  </a:cubicBezTo>
                  <a:cubicBezTo>
                    <a:pt x="5477356" y="3363577"/>
                    <a:pt x="6905725" y="3847638"/>
                    <a:pt x="8399436" y="3873260"/>
                  </a:cubicBezTo>
                  <a:cubicBezTo>
                    <a:pt x="9113811" y="3885452"/>
                    <a:pt x="9820947" y="3778010"/>
                    <a:pt x="10488173" y="3517883"/>
                  </a:cubicBezTo>
                  <a:cubicBezTo>
                    <a:pt x="11100059" y="3279758"/>
                    <a:pt x="11665177" y="2938667"/>
                    <a:pt x="12210864" y="2576908"/>
                  </a:cubicBezTo>
                  <a:cubicBezTo>
                    <a:pt x="12768267" y="2207528"/>
                    <a:pt x="13309478" y="1813193"/>
                    <a:pt x="13879739" y="1463244"/>
                  </a:cubicBezTo>
                  <a:cubicBezTo>
                    <a:pt x="14484620" y="1090594"/>
                    <a:pt x="15128591" y="785489"/>
                    <a:pt x="15800075" y="553416"/>
                  </a:cubicBezTo>
                  <a:cubicBezTo>
                    <a:pt x="17132718" y="95264"/>
                    <a:pt x="18565278" y="-72281"/>
                    <a:pt x="19967262" y="73928"/>
                  </a:cubicBezTo>
                  <a:cubicBezTo>
                    <a:pt x="20154778" y="93550"/>
                    <a:pt x="20341594" y="118950"/>
                    <a:pt x="20527714" y="150128"/>
                  </a:cubicBezTo>
                  <a:cubicBezTo>
                    <a:pt x="20542762" y="152509"/>
                    <a:pt x="20549144" y="129649"/>
                    <a:pt x="20534096" y="127078"/>
                  </a:cubicBezTo>
                  <a:cubicBezTo>
                    <a:pt x="19150398" y="-100379"/>
                    <a:pt x="17722602" y="-20750"/>
                    <a:pt x="16371099" y="351963"/>
                  </a:cubicBezTo>
                  <a:cubicBezTo>
                    <a:pt x="15701031" y="536277"/>
                    <a:pt x="15052888" y="792596"/>
                    <a:pt x="14438000" y="1116439"/>
                  </a:cubicBezTo>
                  <a:cubicBezTo>
                    <a:pt x="13832591" y="1436003"/>
                    <a:pt x="13269378" y="1826528"/>
                    <a:pt x="12705688" y="2213243"/>
                  </a:cubicBezTo>
                  <a:cubicBezTo>
                    <a:pt x="12153905" y="2591291"/>
                    <a:pt x="11597645" y="2968576"/>
                    <a:pt x="10997094" y="3266137"/>
                  </a:cubicBezTo>
                  <a:cubicBezTo>
                    <a:pt x="10336344" y="3593511"/>
                    <a:pt x="9633590" y="3795155"/>
                    <a:pt x="8895879" y="3839256"/>
                  </a:cubicBezTo>
                  <a:cubicBezTo>
                    <a:pt x="7351972" y="3931649"/>
                    <a:pt x="5861118" y="3441302"/>
                    <a:pt x="4360264" y="3165934"/>
                  </a:cubicBezTo>
                  <a:cubicBezTo>
                    <a:pt x="3077532" y="2930571"/>
                    <a:pt x="1678215" y="2823605"/>
                    <a:pt x="453585" y="3361101"/>
                  </a:cubicBezTo>
                  <a:cubicBezTo>
                    <a:pt x="299615" y="3429030"/>
                    <a:pt x="150092" y="3506623"/>
                    <a:pt x="5910" y="3593416"/>
                  </a:cubicBezTo>
                  <a:cubicBezTo>
                    <a:pt x="229" y="3596730"/>
                    <a:pt x="-1690" y="3604022"/>
                    <a:pt x="1625" y="3609704"/>
                  </a:cubicBezTo>
                  <a:cubicBezTo>
                    <a:pt x="4938" y="3615385"/>
                    <a:pt x="12231" y="3617304"/>
                    <a:pt x="17912" y="3613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3" name="Freeform 173">
              <a:extLst>
                <a:ext uri="{FF2B5EF4-FFF2-40B4-BE49-F238E27FC236}">
                  <a16:creationId xmlns:a16="http://schemas.microsoft.com/office/drawing/2014/main" id="{B89D300D-7442-3FCA-9D90-171C813FEBA2}"/>
                </a:ext>
              </a:extLst>
            </p:cNvPr>
            <p:cNvSpPr/>
            <p:nvPr/>
          </p:nvSpPr>
          <p:spPr>
            <a:xfrm>
              <a:off x="-1049093" y="-163208"/>
              <a:ext cx="9316875" cy="1819901"/>
            </a:xfrm>
            <a:custGeom>
              <a:avLst/>
              <a:gdLst>
                <a:gd name="connsiteX0" fmla="*/ 15018 w 20539253"/>
                <a:gd name="connsiteY0" fmla="*/ 3622467 h 4012011"/>
                <a:gd name="connsiteX1" fmla="*/ 4096195 w 20539253"/>
                <a:gd name="connsiteY1" fmla="*/ 3152599 h 4012011"/>
                <a:gd name="connsiteX2" fmla="*/ 6294089 w 20539253"/>
                <a:gd name="connsiteY2" fmla="*/ 3640565 h 4012011"/>
                <a:gd name="connsiteX3" fmla="*/ 8537416 w 20539253"/>
                <a:gd name="connsiteY3" fmla="*/ 4009468 h 4012011"/>
                <a:gd name="connsiteX4" fmla="*/ 10549763 w 20539253"/>
                <a:gd name="connsiteY4" fmla="*/ 3635802 h 4012011"/>
                <a:gd name="connsiteX5" fmla="*/ 12209875 w 20539253"/>
                <a:gd name="connsiteY5" fmla="*/ 2609198 h 4012011"/>
                <a:gd name="connsiteX6" fmla="*/ 13810837 w 20539253"/>
                <a:gd name="connsiteY6" fmla="*/ 1444957 h 4012011"/>
                <a:gd name="connsiteX7" fmla="*/ 15731458 w 20539253"/>
                <a:gd name="connsiteY7" fmla="*/ 529223 h 4012011"/>
                <a:gd name="connsiteX8" fmla="*/ 19970084 w 20539253"/>
                <a:gd name="connsiteY8" fmla="*/ 81548 h 4012011"/>
                <a:gd name="connsiteX9" fmla="*/ 20525106 w 20539253"/>
                <a:gd name="connsiteY9" fmla="*/ 157748 h 4012011"/>
                <a:gd name="connsiteX10" fmla="*/ 20531106 w 20539253"/>
                <a:gd name="connsiteY10" fmla="*/ 136031 h 4012011"/>
                <a:gd name="connsiteX11" fmla="*/ 16314579 w 20539253"/>
                <a:gd name="connsiteY11" fmla="*/ 329960 h 4012011"/>
                <a:gd name="connsiteX12" fmla="*/ 14353191 w 20539253"/>
                <a:gd name="connsiteY12" fmla="*/ 1100057 h 4012011"/>
                <a:gd name="connsiteX13" fmla="*/ 12686316 w 20539253"/>
                <a:gd name="connsiteY13" fmla="*/ 2222864 h 4012011"/>
                <a:gd name="connsiteX14" fmla="*/ 11049159 w 20539253"/>
                <a:gd name="connsiteY14" fmla="*/ 3358148 h 4012011"/>
                <a:gd name="connsiteX15" fmla="*/ 9042622 w 20539253"/>
                <a:gd name="connsiteY15" fmla="*/ 3979941 h 4012011"/>
                <a:gd name="connsiteX16" fmla="*/ 6695663 w 20539253"/>
                <a:gd name="connsiteY16" fmla="*/ 3713241 h 4012011"/>
                <a:gd name="connsiteX17" fmla="*/ 4459288 w 20539253"/>
                <a:gd name="connsiteY17" fmla="*/ 3195080 h 4012011"/>
                <a:gd name="connsiteX18" fmla="*/ 451644 w 20539253"/>
                <a:gd name="connsiteY18" fmla="*/ 3370721 h 4012011"/>
                <a:gd name="connsiteX19" fmla="*/ 3969 w 20539253"/>
                <a:gd name="connsiteY19" fmla="*/ 3603036 h 4012011"/>
                <a:gd name="connsiteX20" fmla="*/ 2669 w 20539253"/>
                <a:gd name="connsiteY20" fmla="*/ 3618878 h 4012011"/>
                <a:gd name="connsiteX21" fmla="*/ 15304 w 20539253"/>
                <a:gd name="connsiteY21" fmla="*/ 3622086 h 401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9253" h="4012011">
                  <a:moveTo>
                    <a:pt x="15018" y="3622467"/>
                  </a:moveTo>
                  <a:cubicBezTo>
                    <a:pt x="1241076" y="2887137"/>
                    <a:pt x="2732024" y="2926571"/>
                    <a:pt x="4096195" y="3152599"/>
                  </a:cubicBezTo>
                  <a:cubicBezTo>
                    <a:pt x="4837716" y="3275471"/>
                    <a:pt x="5564474" y="3462828"/>
                    <a:pt x="6294089" y="3640565"/>
                  </a:cubicBezTo>
                  <a:cubicBezTo>
                    <a:pt x="7030085" y="3819921"/>
                    <a:pt x="7777417" y="3985560"/>
                    <a:pt x="8537416" y="4009468"/>
                  </a:cubicBezTo>
                  <a:cubicBezTo>
                    <a:pt x="9231027" y="4030994"/>
                    <a:pt x="9913684" y="3916694"/>
                    <a:pt x="10549763" y="3635802"/>
                  </a:cubicBezTo>
                  <a:cubicBezTo>
                    <a:pt x="11146981" y="3371864"/>
                    <a:pt x="11687429" y="2996770"/>
                    <a:pt x="12209875" y="2609198"/>
                  </a:cubicBezTo>
                  <a:cubicBezTo>
                    <a:pt x="12739656" y="2216101"/>
                    <a:pt x="13255339" y="1802144"/>
                    <a:pt x="13810837" y="1444957"/>
                  </a:cubicBezTo>
                  <a:cubicBezTo>
                    <a:pt x="14408817" y="1060433"/>
                    <a:pt x="15058612" y="756490"/>
                    <a:pt x="15731458" y="529223"/>
                  </a:cubicBezTo>
                  <a:cubicBezTo>
                    <a:pt x="17088676" y="71071"/>
                    <a:pt x="18547810" y="-73614"/>
                    <a:pt x="19970084" y="81548"/>
                  </a:cubicBezTo>
                  <a:cubicBezTo>
                    <a:pt x="20155820" y="101805"/>
                    <a:pt x="20340828" y="127205"/>
                    <a:pt x="20525106" y="157748"/>
                  </a:cubicBezTo>
                  <a:cubicBezTo>
                    <a:pt x="20539298" y="160034"/>
                    <a:pt x="20545394" y="138698"/>
                    <a:pt x="20531106" y="136031"/>
                  </a:cubicBezTo>
                  <a:cubicBezTo>
                    <a:pt x="19132360" y="-93331"/>
                    <a:pt x="17685988" y="-35228"/>
                    <a:pt x="16314579" y="329960"/>
                  </a:cubicBezTo>
                  <a:cubicBezTo>
                    <a:pt x="15633268" y="510147"/>
                    <a:pt x="14975095" y="768564"/>
                    <a:pt x="14353191" y="1100057"/>
                  </a:cubicBezTo>
                  <a:cubicBezTo>
                    <a:pt x="13760355" y="1417525"/>
                    <a:pt x="13221049" y="1818051"/>
                    <a:pt x="12686316" y="2222864"/>
                  </a:cubicBezTo>
                  <a:cubicBezTo>
                    <a:pt x="12156726" y="2623295"/>
                    <a:pt x="11627993" y="3030869"/>
                    <a:pt x="11049159" y="3358148"/>
                  </a:cubicBezTo>
                  <a:cubicBezTo>
                    <a:pt x="10427081" y="3710097"/>
                    <a:pt x="9758998" y="3935364"/>
                    <a:pt x="9042622" y="3979941"/>
                  </a:cubicBezTo>
                  <a:cubicBezTo>
                    <a:pt x="8252048" y="4029089"/>
                    <a:pt x="7463568" y="3888977"/>
                    <a:pt x="6695663" y="3713241"/>
                  </a:cubicBezTo>
                  <a:cubicBezTo>
                    <a:pt x="5949570" y="3541791"/>
                    <a:pt x="5211763" y="3337955"/>
                    <a:pt x="4459288" y="3195080"/>
                  </a:cubicBezTo>
                  <a:cubicBezTo>
                    <a:pt x="3146457" y="2945144"/>
                    <a:pt x="1708086" y="2819224"/>
                    <a:pt x="451644" y="3370721"/>
                  </a:cubicBezTo>
                  <a:cubicBezTo>
                    <a:pt x="297673" y="3438651"/>
                    <a:pt x="148151" y="3516244"/>
                    <a:pt x="3969" y="3603036"/>
                  </a:cubicBezTo>
                  <a:cubicBezTo>
                    <a:pt x="-765" y="3607052"/>
                    <a:pt x="-1347" y="3614145"/>
                    <a:pt x="2669" y="3618878"/>
                  </a:cubicBezTo>
                  <a:cubicBezTo>
                    <a:pt x="5766" y="3622530"/>
                    <a:pt x="10838" y="3623818"/>
                    <a:pt x="15304" y="36220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4" name="Freeform 174">
              <a:extLst>
                <a:ext uri="{FF2B5EF4-FFF2-40B4-BE49-F238E27FC236}">
                  <a16:creationId xmlns:a16="http://schemas.microsoft.com/office/drawing/2014/main" id="{6B1C4DB0-D914-27E1-CFC8-477F46F0F0FA}"/>
                </a:ext>
              </a:extLst>
            </p:cNvPr>
            <p:cNvSpPr/>
            <p:nvPr/>
          </p:nvSpPr>
          <p:spPr>
            <a:xfrm>
              <a:off x="-1047731" y="-316830"/>
              <a:ext cx="9317282" cy="1885909"/>
            </a:xfrm>
            <a:custGeom>
              <a:avLst/>
              <a:gdLst>
                <a:gd name="connsiteX0" fmla="*/ 15920 w 20540149"/>
                <a:gd name="connsiteY0" fmla="*/ 3632043 h 4157527"/>
                <a:gd name="connsiteX1" fmla="*/ 4199968 w 20540149"/>
                <a:gd name="connsiteY1" fmla="*/ 3179510 h 4157527"/>
                <a:gd name="connsiteX2" fmla="*/ 6407958 w 20540149"/>
                <a:gd name="connsiteY2" fmla="*/ 3712338 h 4157527"/>
                <a:gd name="connsiteX3" fmla="*/ 8663573 w 20540149"/>
                <a:gd name="connsiteY3" fmla="*/ 4153632 h 4157527"/>
                <a:gd name="connsiteX4" fmla="*/ 10611340 w 20540149"/>
                <a:gd name="connsiteY4" fmla="*/ 3749295 h 4157527"/>
                <a:gd name="connsiteX5" fmla="*/ 12173917 w 20540149"/>
                <a:gd name="connsiteY5" fmla="*/ 2670970 h 4157527"/>
                <a:gd name="connsiteX6" fmla="*/ 13728301 w 20540149"/>
                <a:gd name="connsiteY6" fmla="*/ 1442245 h 4157527"/>
                <a:gd name="connsiteX7" fmla="*/ 15625586 w 20540149"/>
                <a:gd name="connsiteY7" fmla="*/ 518987 h 4157527"/>
                <a:gd name="connsiteX8" fmla="*/ 19956890 w 20540149"/>
                <a:gd name="connsiteY8" fmla="*/ 88552 h 4157527"/>
                <a:gd name="connsiteX9" fmla="*/ 20526866 w 20540149"/>
                <a:gd name="connsiteY9" fmla="*/ 167895 h 4157527"/>
                <a:gd name="connsiteX10" fmla="*/ 20532484 w 20540149"/>
                <a:gd name="connsiteY10" fmla="*/ 147512 h 4157527"/>
                <a:gd name="connsiteX11" fmla="*/ 16223375 w 20540149"/>
                <a:gd name="connsiteY11" fmla="*/ 318105 h 4157527"/>
                <a:gd name="connsiteX12" fmla="*/ 14228173 w 20540149"/>
                <a:gd name="connsiteY12" fmla="*/ 1109251 h 4157527"/>
                <a:gd name="connsiteX13" fmla="*/ 12676456 w 20540149"/>
                <a:gd name="connsiteY13" fmla="*/ 2228058 h 4157527"/>
                <a:gd name="connsiteX14" fmla="*/ 11088733 w 20540149"/>
                <a:gd name="connsiteY14" fmla="*/ 3452211 h 4157527"/>
                <a:gd name="connsiteX15" fmla="*/ 9155158 w 20540149"/>
                <a:gd name="connsiteY15" fmla="*/ 4127343 h 4157527"/>
                <a:gd name="connsiteX16" fmla="*/ 6835250 w 20540149"/>
                <a:gd name="connsiteY16" fmla="*/ 3808160 h 4157527"/>
                <a:gd name="connsiteX17" fmla="*/ 4578491 w 20540149"/>
                <a:gd name="connsiteY17" fmla="*/ 3228278 h 4157527"/>
                <a:gd name="connsiteX18" fmla="*/ 468264 w 20540149"/>
                <a:gd name="connsiteY18" fmla="*/ 3374772 h 4157527"/>
                <a:gd name="connsiteX19" fmla="*/ 5254 w 20540149"/>
                <a:gd name="connsiteY19" fmla="*/ 3613755 h 4157527"/>
                <a:gd name="connsiteX20" fmla="*/ 1443 w 20540149"/>
                <a:gd name="connsiteY20" fmla="*/ 3628232 h 4157527"/>
                <a:gd name="connsiteX21" fmla="*/ 15921 w 20540149"/>
                <a:gd name="connsiteY21" fmla="*/ 3632042 h 415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40149" h="4157527">
                  <a:moveTo>
                    <a:pt x="15920" y="3632043"/>
                  </a:moveTo>
                  <a:cubicBezTo>
                    <a:pt x="1273220" y="2878044"/>
                    <a:pt x="2805412" y="2938146"/>
                    <a:pt x="4199968" y="3179510"/>
                  </a:cubicBezTo>
                  <a:cubicBezTo>
                    <a:pt x="4948728" y="3309050"/>
                    <a:pt x="5677200" y="3506884"/>
                    <a:pt x="6407958" y="3712338"/>
                  </a:cubicBezTo>
                  <a:cubicBezTo>
                    <a:pt x="7144907" y="3919507"/>
                    <a:pt x="7894715" y="4121913"/>
                    <a:pt x="8663573" y="4153632"/>
                  </a:cubicBezTo>
                  <a:cubicBezTo>
                    <a:pt x="9342325" y="4182207"/>
                    <a:pt x="10003264" y="4054191"/>
                    <a:pt x="10611340" y="3749295"/>
                  </a:cubicBezTo>
                  <a:cubicBezTo>
                    <a:pt x="11178935" y="3464784"/>
                    <a:pt x="11684808" y="3071496"/>
                    <a:pt x="12173917" y="2670970"/>
                  </a:cubicBezTo>
                  <a:cubicBezTo>
                    <a:pt x="12684933" y="2252918"/>
                    <a:pt x="13182043" y="1814387"/>
                    <a:pt x="13728301" y="1442245"/>
                  </a:cubicBezTo>
                  <a:cubicBezTo>
                    <a:pt x="14310469" y="1045148"/>
                    <a:pt x="14958741" y="743777"/>
                    <a:pt x="15625586" y="518987"/>
                  </a:cubicBezTo>
                  <a:cubicBezTo>
                    <a:pt x="17012616" y="51214"/>
                    <a:pt x="18505852" y="-74230"/>
                    <a:pt x="19956890" y="88552"/>
                  </a:cubicBezTo>
                  <a:cubicBezTo>
                    <a:pt x="20147390" y="110015"/>
                    <a:pt x="20337382" y="136463"/>
                    <a:pt x="20526866" y="167895"/>
                  </a:cubicBezTo>
                  <a:cubicBezTo>
                    <a:pt x="20540200" y="170086"/>
                    <a:pt x="20545916" y="149703"/>
                    <a:pt x="20532484" y="147512"/>
                  </a:cubicBezTo>
                  <a:cubicBezTo>
                    <a:pt x="19104784" y="-88041"/>
                    <a:pt x="17625836" y="-48798"/>
                    <a:pt x="16223375" y="318105"/>
                  </a:cubicBezTo>
                  <a:cubicBezTo>
                    <a:pt x="15529574" y="499651"/>
                    <a:pt x="14856157" y="762160"/>
                    <a:pt x="14228173" y="1109251"/>
                  </a:cubicBezTo>
                  <a:cubicBezTo>
                    <a:pt x="13667913" y="1419004"/>
                    <a:pt x="13168041" y="1821054"/>
                    <a:pt x="12676456" y="2228058"/>
                  </a:cubicBezTo>
                  <a:cubicBezTo>
                    <a:pt x="12162106" y="2653920"/>
                    <a:pt x="11653185" y="3092547"/>
                    <a:pt x="11088733" y="3452211"/>
                  </a:cubicBezTo>
                  <a:cubicBezTo>
                    <a:pt x="10498183" y="3828258"/>
                    <a:pt x="9858675" y="4080289"/>
                    <a:pt x="9155158" y="4127343"/>
                  </a:cubicBezTo>
                  <a:cubicBezTo>
                    <a:pt x="8369727" y="4179826"/>
                    <a:pt x="7589439" y="4009804"/>
                    <a:pt x="6835250" y="3808160"/>
                  </a:cubicBezTo>
                  <a:cubicBezTo>
                    <a:pt x="6084108" y="3607659"/>
                    <a:pt x="5342491" y="3379059"/>
                    <a:pt x="4578491" y="3228278"/>
                  </a:cubicBezTo>
                  <a:cubicBezTo>
                    <a:pt x="3235466" y="2963674"/>
                    <a:pt x="1759091" y="2814798"/>
                    <a:pt x="468264" y="3374772"/>
                  </a:cubicBezTo>
                  <a:cubicBezTo>
                    <a:pt x="308876" y="3444240"/>
                    <a:pt x="154207" y="3524072"/>
                    <a:pt x="5254" y="3613755"/>
                  </a:cubicBezTo>
                  <a:cubicBezTo>
                    <a:pt x="204" y="3616700"/>
                    <a:pt x="-1502" y="3623182"/>
                    <a:pt x="1443" y="3628232"/>
                  </a:cubicBezTo>
                  <a:cubicBezTo>
                    <a:pt x="4390" y="3633282"/>
                    <a:pt x="10871" y="3634988"/>
                    <a:pt x="15921" y="36320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5" name="Freeform 175">
              <a:extLst>
                <a:ext uri="{FF2B5EF4-FFF2-40B4-BE49-F238E27FC236}">
                  <a16:creationId xmlns:a16="http://schemas.microsoft.com/office/drawing/2014/main" id="{0E49750E-185F-6034-9A0F-F22FA7300F38}"/>
                </a:ext>
              </a:extLst>
            </p:cNvPr>
            <p:cNvSpPr/>
            <p:nvPr/>
          </p:nvSpPr>
          <p:spPr>
            <a:xfrm>
              <a:off x="-1045650" y="-470934"/>
              <a:ext cx="9316796" cy="1954225"/>
            </a:xfrm>
            <a:custGeom>
              <a:avLst/>
              <a:gdLst>
                <a:gd name="connsiteX0" fmla="*/ 15428 w 20539078"/>
                <a:gd name="connsiteY0" fmla="*/ 3642584 h 4308131"/>
                <a:gd name="connsiteX1" fmla="*/ 4319109 w 20539078"/>
                <a:gd name="connsiteY1" fmla="*/ 3211102 h 4308131"/>
                <a:gd name="connsiteX2" fmla="*/ 6538434 w 20539078"/>
                <a:gd name="connsiteY2" fmla="*/ 3800128 h 4308131"/>
                <a:gd name="connsiteX3" fmla="*/ 8753377 w 20539078"/>
                <a:gd name="connsiteY3" fmla="*/ 4302857 h 4308131"/>
                <a:gd name="connsiteX4" fmla="*/ 10635803 w 20539078"/>
                <a:gd name="connsiteY4" fmla="*/ 3875661 h 4308131"/>
                <a:gd name="connsiteX5" fmla="*/ 12148659 w 20539078"/>
                <a:gd name="connsiteY5" fmla="*/ 2726184 h 4308131"/>
                <a:gd name="connsiteX6" fmla="*/ 13640940 w 20539078"/>
                <a:gd name="connsiteY6" fmla="*/ 1447071 h 4308131"/>
                <a:gd name="connsiteX7" fmla="*/ 15519175 w 20539078"/>
                <a:gd name="connsiteY7" fmla="*/ 507906 h 4308131"/>
                <a:gd name="connsiteX8" fmla="*/ 19941348 w 20539078"/>
                <a:gd name="connsiteY8" fmla="*/ 96141 h 4308131"/>
                <a:gd name="connsiteX9" fmla="*/ 20526658 w 20539078"/>
                <a:gd name="connsiteY9" fmla="*/ 178437 h 4308131"/>
                <a:gd name="connsiteX10" fmla="*/ 20531898 w 20539078"/>
                <a:gd name="connsiteY10" fmla="*/ 159387 h 4308131"/>
                <a:gd name="connsiteX11" fmla="*/ 16131347 w 20539078"/>
                <a:gd name="connsiteY11" fmla="*/ 305786 h 4308131"/>
                <a:gd name="connsiteX12" fmla="*/ 14094997 w 20539078"/>
                <a:gd name="connsiteY12" fmla="*/ 1125603 h 4308131"/>
                <a:gd name="connsiteX13" fmla="*/ 12620718 w 20539078"/>
                <a:gd name="connsiteY13" fmla="*/ 2273841 h 4308131"/>
                <a:gd name="connsiteX14" fmla="*/ 9264203 w 20539078"/>
                <a:gd name="connsiteY14" fmla="*/ 4277711 h 4308131"/>
                <a:gd name="connsiteX15" fmla="*/ 6951152 w 20539078"/>
                <a:gd name="connsiteY15" fmla="*/ 3909855 h 4308131"/>
                <a:gd name="connsiteX16" fmla="*/ 4678773 w 20539078"/>
                <a:gd name="connsiteY16" fmla="*/ 3260250 h 4308131"/>
                <a:gd name="connsiteX17" fmla="*/ 483391 w 20539078"/>
                <a:gd name="connsiteY17" fmla="*/ 3379980 h 4308131"/>
                <a:gd name="connsiteX18" fmla="*/ 5046 w 20539078"/>
                <a:gd name="connsiteY18" fmla="*/ 3625534 h 4308131"/>
                <a:gd name="connsiteX19" fmla="*/ 1236 w 20539078"/>
                <a:gd name="connsiteY19" fmla="*/ 3638869 h 4308131"/>
                <a:gd name="connsiteX20" fmla="*/ 14571 w 20539078"/>
                <a:gd name="connsiteY20" fmla="*/ 3642679 h 430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539078" h="4308131">
                  <a:moveTo>
                    <a:pt x="15428" y="3642584"/>
                  </a:moveTo>
                  <a:cubicBezTo>
                    <a:pt x="1308733" y="2866963"/>
                    <a:pt x="2889597" y="2952021"/>
                    <a:pt x="4319109" y="3211102"/>
                  </a:cubicBezTo>
                  <a:cubicBezTo>
                    <a:pt x="5077490" y="3348547"/>
                    <a:pt x="5805676" y="3564765"/>
                    <a:pt x="6538434" y="3800128"/>
                  </a:cubicBezTo>
                  <a:cubicBezTo>
                    <a:pt x="7258238" y="4031299"/>
                    <a:pt x="7993282" y="4262662"/>
                    <a:pt x="8753377" y="4302857"/>
                  </a:cubicBezTo>
                  <a:cubicBezTo>
                    <a:pt x="9416603" y="4337909"/>
                    <a:pt x="10055349" y="4198558"/>
                    <a:pt x="10635803" y="3875661"/>
                  </a:cubicBezTo>
                  <a:cubicBezTo>
                    <a:pt x="11191015" y="3567146"/>
                    <a:pt x="11677552" y="3147951"/>
                    <a:pt x="12148659" y="2726184"/>
                  </a:cubicBezTo>
                  <a:cubicBezTo>
                    <a:pt x="12636434" y="2289462"/>
                    <a:pt x="13110684" y="1833405"/>
                    <a:pt x="13640940" y="1447071"/>
                  </a:cubicBezTo>
                  <a:cubicBezTo>
                    <a:pt x="14208154" y="1033591"/>
                    <a:pt x="14855759" y="731934"/>
                    <a:pt x="15519175" y="507906"/>
                  </a:cubicBezTo>
                  <a:cubicBezTo>
                    <a:pt x="16934590" y="29942"/>
                    <a:pt x="18462400" y="-74357"/>
                    <a:pt x="19941348" y="96141"/>
                  </a:cubicBezTo>
                  <a:cubicBezTo>
                    <a:pt x="20137372" y="118334"/>
                    <a:pt x="20332252" y="146909"/>
                    <a:pt x="20526658" y="178437"/>
                  </a:cubicBezTo>
                  <a:cubicBezTo>
                    <a:pt x="20539136" y="180532"/>
                    <a:pt x="20544470" y="161387"/>
                    <a:pt x="20531898" y="159387"/>
                  </a:cubicBezTo>
                  <a:cubicBezTo>
                    <a:pt x="19075810" y="-80739"/>
                    <a:pt x="17564382" y="-63213"/>
                    <a:pt x="16131347" y="305786"/>
                  </a:cubicBezTo>
                  <a:cubicBezTo>
                    <a:pt x="15421639" y="488475"/>
                    <a:pt x="14729934" y="757938"/>
                    <a:pt x="14094997" y="1125603"/>
                  </a:cubicBezTo>
                  <a:cubicBezTo>
                    <a:pt x="13554739" y="1438404"/>
                    <a:pt x="13082490" y="1857694"/>
                    <a:pt x="12620718" y="2273841"/>
                  </a:cubicBezTo>
                  <a:cubicBezTo>
                    <a:pt x="11650692" y="3147284"/>
                    <a:pt x="10638756" y="4169888"/>
                    <a:pt x="9264203" y="4277711"/>
                  </a:cubicBezTo>
                  <a:cubicBezTo>
                    <a:pt x="8476866" y="4339528"/>
                    <a:pt x="7697341" y="4139503"/>
                    <a:pt x="6951152" y="3909855"/>
                  </a:cubicBezTo>
                  <a:cubicBezTo>
                    <a:pt x="6196486" y="3677636"/>
                    <a:pt x="5454203" y="3417508"/>
                    <a:pt x="4678773" y="3260250"/>
                  </a:cubicBezTo>
                  <a:cubicBezTo>
                    <a:pt x="3311554" y="2983073"/>
                    <a:pt x="1802794" y="2813814"/>
                    <a:pt x="483391" y="3379980"/>
                  </a:cubicBezTo>
                  <a:cubicBezTo>
                    <a:pt x="318608" y="3450995"/>
                    <a:pt x="158798" y="3533032"/>
                    <a:pt x="5046" y="3625534"/>
                  </a:cubicBezTo>
                  <a:cubicBezTo>
                    <a:pt x="311" y="3628165"/>
                    <a:pt x="-1394" y="3634135"/>
                    <a:pt x="1236" y="3638869"/>
                  </a:cubicBezTo>
                  <a:cubicBezTo>
                    <a:pt x="3866" y="3643604"/>
                    <a:pt x="9836" y="3645309"/>
                    <a:pt x="14571" y="36426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6" name="Freeform 176">
              <a:extLst>
                <a:ext uri="{FF2B5EF4-FFF2-40B4-BE49-F238E27FC236}">
                  <a16:creationId xmlns:a16="http://schemas.microsoft.com/office/drawing/2014/main" id="{AE00EA87-3AA9-19DF-4571-BD1B60B4D187}"/>
                </a:ext>
              </a:extLst>
            </p:cNvPr>
            <p:cNvSpPr/>
            <p:nvPr/>
          </p:nvSpPr>
          <p:spPr>
            <a:xfrm>
              <a:off x="-1042449" y="-625723"/>
              <a:ext cx="9315206" cy="2024804"/>
            </a:xfrm>
            <a:custGeom>
              <a:avLst/>
              <a:gdLst>
                <a:gd name="connsiteX0" fmla="*/ 11991 w 20535573"/>
                <a:gd name="connsiteY0" fmla="*/ 3654826 h 4463725"/>
                <a:gd name="connsiteX1" fmla="*/ 4434829 w 20535573"/>
                <a:gd name="connsiteY1" fmla="*/ 3245251 h 4463725"/>
                <a:gd name="connsiteX2" fmla="*/ 5549254 w 20535573"/>
                <a:gd name="connsiteY2" fmla="*/ 3511951 h 4463725"/>
                <a:gd name="connsiteX3" fmla="*/ 6666823 w 20535573"/>
                <a:gd name="connsiteY3" fmla="*/ 3901429 h 4463725"/>
                <a:gd name="connsiteX4" fmla="*/ 8846904 w 20535573"/>
                <a:gd name="connsiteY4" fmla="*/ 4458546 h 4463725"/>
                <a:gd name="connsiteX5" fmla="*/ 10656654 w 20535573"/>
                <a:gd name="connsiteY5" fmla="*/ 4000679 h 4463725"/>
                <a:gd name="connsiteX6" fmla="*/ 12099501 w 20535573"/>
                <a:gd name="connsiteY6" fmla="*/ 2805101 h 4463725"/>
                <a:gd name="connsiteX7" fmla="*/ 13512440 w 20535573"/>
                <a:gd name="connsiteY7" fmla="*/ 1490651 h 4463725"/>
                <a:gd name="connsiteX8" fmla="*/ 15379340 w 20535573"/>
                <a:gd name="connsiteY8" fmla="*/ 509005 h 4463725"/>
                <a:gd name="connsiteX9" fmla="*/ 19941528 w 20535573"/>
                <a:gd name="connsiteY9" fmla="*/ 107145 h 4463725"/>
                <a:gd name="connsiteX10" fmla="*/ 20523888 w 20535573"/>
                <a:gd name="connsiteY10" fmla="*/ 190584 h 4463725"/>
                <a:gd name="connsiteX11" fmla="*/ 20528840 w 20535573"/>
                <a:gd name="connsiteY11" fmla="*/ 172677 h 4463725"/>
                <a:gd name="connsiteX12" fmla="*/ 16003037 w 20535573"/>
                <a:gd name="connsiteY12" fmla="*/ 302026 h 4463725"/>
                <a:gd name="connsiteX13" fmla="*/ 13975164 w 20535573"/>
                <a:gd name="connsiteY13" fmla="*/ 1137750 h 4463725"/>
                <a:gd name="connsiteX14" fmla="*/ 12549748 w 20535573"/>
                <a:gd name="connsiteY14" fmla="*/ 2338472 h 4463725"/>
                <a:gd name="connsiteX15" fmla="*/ 9335632 w 20535573"/>
                <a:gd name="connsiteY15" fmla="*/ 4433400 h 4463725"/>
                <a:gd name="connsiteX16" fmla="*/ 7078207 w 20535573"/>
                <a:gd name="connsiteY16" fmla="*/ 4028492 h 4463725"/>
                <a:gd name="connsiteX17" fmla="*/ 4826974 w 20535573"/>
                <a:gd name="connsiteY17" fmla="*/ 3304592 h 4463725"/>
                <a:gd name="connsiteX18" fmla="*/ 496813 w 20535573"/>
                <a:gd name="connsiteY18" fmla="*/ 3386507 h 4463725"/>
                <a:gd name="connsiteX19" fmla="*/ 3038 w 20535573"/>
                <a:gd name="connsiteY19" fmla="*/ 3638634 h 4463725"/>
                <a:gd name="connsiteX20" fmla="*/ 2551 w 20535573"/>
                <a:gd name="connsiteY20" fmla="*/ 3652096 h 4463725"/>
                <a:gd name="connsiteX21" fmla="*/ 12563 w 20535573"/>
                <a:gd name="connsiteY21" fmla="*/ 3654636 h 446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5573" h="4463725">
                  <a:moveTo>
                    <a:pt x="11991" y="3654826"/>
                  </a:moveTo>
                  <a:cubicBezTo>
                    <a:pt x="1341205" y="2857584"/>
                    <a:pt x="2970742" y="2969026"/>
                    <a:pt x="4434829" y="3245251"/>
                  </a:cubicBezTo>
                  <a:cubicBezTo>
                    <a:pt x="4811067" y="3316308"/>
                    <a:pt x="5183494" y="3398509"/>
                    <a:pt x="5549254" y="3511951"/>
                  </a:cubicBezTo>
                  <a:cubicBezTo>
                    <a:pt x="5926158" y="3628823"/>
                    <a:pt x="6296014" y="3766745"/>
                    <a:pt x="6666823" y="3901429"/>
                  </a:cubicBezTo>
                  <a:cubicBezTo>
                    <a:pt x="7370244" y="4157175"/>
                    <a:pt x="8093096" y="4415779"/>
                    <a:pt x="8846904" y="4458546"/>
                  </a:cubicBezTo>
                  <a:cubicBezTo>
                    <a:pt x="9494604" y="4495027"/>
                    <a:pt x="10105062" y="4338436"/>
                    <a:pt x="10656654" y="4000679"/>
                  </a:cubicBezTo>
                  <a:cubicBezTo>
                    <a:pt x="11190721" y="3673591"/>
                    <a:pt x="11652303" y="3239346"/>
                    <a:pt x="12099501" y="2805101"/>
                  </a:cubicBezTo>
                  <a:cubicBezTo>
                    <a:pt x="12560702" y="2357426"/>
                    <a:pt x="13008663" y="1891177"/>
                    <a:pt x="13512440" y="1490651"/>
                  </a:cubicBezTo>
                  <a:cubicBezTo>
                    <a:pt x="14066604" y="1049739"/>
                    <a:pt x="14711352" y="738652"/>
                    <a:pt x="15379340" y="509005"/>
                  </a:cubicBezTo>
                  <a:cubicBezTo>
                    <a:pt x="16837142" y="6942"/>
                    <a:pt x="18418482" y="-75259"/>
                    <a:pt x="19941528" y="107145"/>
                  </a:cubicBezTo>
                  <a:cubicBezTo>
                    <a:pt x="20136284" y="130449"/>
                    <a:pt x="20330404" y="158262"/>
                    <a:pt x="20523888" y="190584"/>
                  </a:cubicBezTo>
                  <a:cubicBezTo>
                    <a:pt x="20535604" y="192489"/>
                    <a:pt x="20540652" y="174677"/>
                    <a:pt x="20528840" y="172677"/>
                  </a:cubicBezTo>
                  <a:cubicBezTo>
                    <a:pt x="19033320" y="-73830"/>
                    <a:pt x="17477222" y="-78116"/>
                    <a:pt x="16003037" y="302026"/>
                  </a:cubicBezTo>
                  <a:cubicBezTo>
                    <a:pt x="15298187" y="483954"/>
                    <a:pt x="14595337" y="751892"/>
                    <a:pt x="13975164" y="1137750"/>
                  </a:cubicBezTo>
                  <a:cubicBezTo>
                    <a:pt x="13446622" y="1466553"/>
                    <a:pt x="12993042" y="1905655"/>
                    <a:pt x="12549748" y="2338472"/>
                  </a:cubicBezTo>
                  <a:cubicBezTo>
                    <a:pt x="11644873" y="3221820"/>
                    <a:pt x="10676943" y="4315576"/>
                    <a:pt x="9335632" y="4433400"/>
                  </a:cubicBezTo>
                  <a:cubicBezTo>
                    <a:pt x="8562583" y="4501218"/>
                    <a:pt x="7800012" y="4279667"/>
                    <a:pt x="7078207" y="4028492"/>
                  </a:cubicBezTo>
                  <a:cubicBezTo>
                    <a:pt x="6332876" y="3769222"/>
                    <a:pt x="5601832" y="3467946"/>
                    <a:pt x="4826974" y="3304592"/>
                  </a:cubicBezTo>
                  <a:cubicBezTo>
                    <a:pt x="3420417" y="3008365"/>
                    <a:pt x="1860793" y="2807959"/>
                    <a:pt x="496813" y="3386507"/>
                  </a:cubicBezTo>
                  <a:cubicBezTo>
                    <a:pt x="326580" y="3459009"/>
                    <a:pt x="161590" y="3543254"/>
                    <a:pt x="3038" y="3638634"/>
                  </a:cubicBezTo>
                  <a:cubicBezTo>
                    <a:pt x="-814" y="3642217"/>
                    <a:pt x="-1032" y="3648244"/>
                    <a:pt x="2551" y="3652096"/>
                  </a:cubicBezTo>
                  <a:cubicBezTo>
                    <a:pt x="5099" y="3654836"/>
                    <a:pt x="9016" y="3655830"/>
                    <a:pt x="12563" y="36546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7" name="Freeform 177">
              <a:extLst>
                <a:ext uri="{FF2B5EF4-FFF2-40B4-BE49-F238E27FC236}">
                  <a16:creationId xmlns:a16="http://schemas.microsoft.com/office/drawing/2014/main" id="{52AF195A-6E08-F988-CD8A-807D0F3A587E}"/>
                </a:ext>
              </a:extLst>
            </p:cNvPr>
            <p:cNvSpPr/>
            <p:nvPr/>
          </p:nvSpPr>
          <p:spPr>
            <a:xfrm>
              <a:off x="-1041149" y="-781291"/>
              <a:ext cx="9315502" cy="2097015"/>
            </a:xfrm>
            <a:custGeom>
              <a:avLst/>
              <a:gdLst>
                <a:gd name="connsiteX0" fmla="*/ 12937 w 20536226"/>
                <a:gd name="connsiteY0" fmla="*/ 3668690 h 4622915"/>
                <a:gd name="connsiteX1" fmla="*/ 4571506 w 20536226"/>
                <a:gd name="connsiteY1" fmla="*/ 3285118 h 4622915"/>
                <a:gd name="connsiteX2" fmla="*/ 5686979 w 20536226"/>
                <a:gd name="connsiteY2" fmla="*/ 3579631 h 4622915"/>
                <a:gd name="connsiteX3" fmla="*/ 6771686 w 20536226"/>
                <a:gd name="connsiteY3" fmla="*/ 4004732 h 4622915"/>
                <a:gd name="connsiteX4" fmla="*/ 8919573 w 20536226"/>
                <a:gd name="connsiteY4" fmla="*/ 4617666 h 4622915"/>
                <a:gd name="connsiteX5" fmla="*/ 10658457 w 20536226"/>
                <a:gd name="connsiteY5" fmla="*/ 4138367 h 4622915"/>
                <a:gd name="connsiteX6" fmla="*/ 12058061 w 20536226"/>
                <a:gd name="connsiteY6" fmla="*/ 2886116 h 4622915"/>
                <a:gd name="connsiteX7" fmla="*/ 13427565 w 20536226"/>
                <a:gd name="connsiteY7" fmla="*/ 1512515 h 4622915"/>
                <a:gd name="connsiteX8" fmla="*/ 15259794 w 20536226"/>
                <a:gd name="connsiteY8" fmla="*/ 504389 h 4622915"/>
                <a:gd name="connsiteX9" fmla="*/ 19911042 w 20536226"/>
                <a:gd name="connsiteY9" fmla="*/ 115674 h 4622915"/>
                <a:gd name="connsiteX10" fmla="*/ 20525404 w 20536226"/>
                <a:gd name="connsiteY10" fmla="*/ 204352 h 4622915"/>
                <a:gd name="connsiteX11" fmla="*/ 20529976 w 20536226"/>
                <a:gd name="connsiteY11" fmla="*/ 187778 h 4622915"/>
                <a:gd name="connsiteX12" fmla="*/ 15896731 w 20536226"/>
                <a:gd name="connsiteY12" fmla="*/ 294077 h 4622915"/>
                <a:gd name="connsiteX13" fmla="*/ 13871907 w 20536226"/>
                <a:gd name="connsiteY13" fmla="*/ 1149232 h 4622915"/>
                <a:gd name="connsiteX14" fmla="*/ 12502307 w 20536226"/>
                <a:gd name="connsiteY14" fmla="*/ 2392340 h 4622915"/>
                <a:gd name="connsiteX15" fmla="*/ 11101465 w 20536226"/>
                <a:gd name="connsiteY15" fmla="*/ 3782990 h 4622915"/>
                <a:gd name="connsiteX16" fmla="*/ 9403539 w 20536226"/>
                <a:gd name="connsiteY16" fmla="*/ 4591567 h 4622915"/>
                <a:gd name="connsiteX17" fmla="*/ 7180023 w 20536226"/>
                <a:gd name="connsiteY17" fmla="*/ 4149607 h 4622915"/>
                <a:gd name="connsiteX18" fmla="*/ 4976128 w 20536226"/>
                <a:gd name="connsiteY18" fmla="*/ 3351983 h 4622915"/>
                <a:gd name="connsiteX19" fmla="*/ 513379 w 20536226"/>
                <a:gd name="connsiteY19" fmla="*/ 3395227 h 4622915"/>
                <a:gd name="connsiteX20" fmla="*/ 4269 w 20536226"/>
                <a:gd name="connsiteY20" fmla="*/ 3653831 h 4622915"/>
                <a:gd name="connsiteX21" fmla="*/ 1173 w 20536226"/>
                <a:gd name="connsiteY21" fmla="*/ 3665594 h 4622915"/>
                <a:gd name="connsiteX22" fmla="*/ 12937 w 20536226"/>
                <a:gd name="connsiteY22" fmla="*/ 3668690 h 462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536226" h="4622915">
                  <a:moveTo>
                    <a:pt x="12937" y="3668690"/>
                  </a:moveTo>
                  <a:cubicBezTo>
                    <a:pt x="1383393" y="2846777"/>
                    <a:pt x="3068175" y="2988890"/>
                    <a:pt x="4571506" y="3285118"/>
                  </a:cubicBezTo>
                  <a:cubicBezTo>
                    <a:pt x="4950792" y="3359889"/>
                    <a:pt x="5321695" y="3451805"/>
                    <a:pt x="5686979" y="3579631"/>
                  </a:cubicBezTo>
                  <a:cubicBezTo>
                    <a:pt x="6052263" y="3707456"/>
                    <a:pt x="6412117" y="3858142"/>
                    <a:pt x="6771686" y="4004732"/>
                  </a:cubicBezTo>
                  <a:cubicBezTo>
                    <a:pt x="7459010" y="4284957"/>
                    <a:pt x="8170432" y="4571850"/>
                    <a:pt x="8919573" y="4617666"/>
                  </a:cubicBezTo>
                  <a:cubicBezTo>
                    <a:pt x="9550319" y="4655766"/>
                    <a:pt x="10134773" y="4485554"/>
                    <a:pt x="10658457" y="4138367"/>
                  </a:cubicBezTo>
                  <a:cubicBezTo>
                    <a:pt x="11182142" y="3791181"/>
                    <a:pt x="11626674" y="3337791"/>
                    <a:pt x="12058061" y="2886116"/>
                  </a:cubicBezTo>
                  <a:cubicBezTo>
                    <a:pt x="12504212" y="2419391"/>
                    <a:pt x="12936456" y="1933616"/>
                    <a:pt x="13427565" y="1512515"/>
                  </a:cubicBezTo>
                  <a:cubicBezTo>
                    <a:pt x="13963918" y="1052363"/>
                    <a:pt x="14594759" y="736609"/>
                    <a:pt x="15259794" y="504389"/>
                  </a:cubicBezTo>
                  <a:cubicBezTo>
                    <a:pt x="16744361" y="-14057"/>
                    <a:pt x="18361040" y="-73302"/>
                    <a:pt x="19911042" y="115674"/>
                  </a:cubicBezTo>
                  <a:cubicBezTo>
                    <a:pt x="20116464" y="140756"/>
                    <a:pt x="20321252" y="170316"/>
                    <a:pt x="20525404" y="204352"/>
                  </a:cubicBezTo>
                  <a:cubicBezTo>
                    <a:pt x="20536264" y="206161"/>
                    <a:pt x="20540930" y="189588"/>
                    <a:pt x="20529976" y="187778"/>
                  </a:cubicBezTo>
                  <a:cubicBezTo>
                    <a:pt x="19001214" y="-64253"/>
                    <a:pt x="17405872" y="-94067"/>
                    <a:pt x="15896731" y="294077"/>
                  </a:cubicBezTo>
                  <a:cubicBezTo>
                    <a:pt x="15193786" y="475052"/>
                    <a:pt x="14477506" y="742514"/>
                    <a:pt x="13871907" y="1149232"/>
                  </a:cubicBezTo>
                  <a:cubicBezTo>
                    <a:pt x="13359557" y="1493561"/>
                    <a:pt x="12925693" y="1946950"/>
                    <a:pt x="12502307" y="2392340"/>
                  </a:cubicBezTo>
                  <a:cubicBezTo>
                    <a:pt x="12049298" y="2868590"/>
                    <a:pt x="11606957" y="3360270"/>
                    <a:pt x="11101465" y="3782990"/>
                  </a:cubicBezTo>
                  <a:cubicBezTo>
                    <a:pt x="10608832" y="4195517"/>
                    <a:pt x="10054191" y="4525940"/>
                    <a:pt x="9403539" y="4591567"/>
                  </a:cubicBezTo>
                  <a:cubicBezTo>
                    <a:pt x="8637633" y="4669291"/>
                    <a:pt x="7884301" y="4423927"/>
                    <a:pt x="7180023" y="4149607"/>
                  </a:cubicBezTo>
                  <a:cubicBezTo>
                    <a:pt x="6453170" y="3866714"/>
                    <a:pt x="5740033" y="3526672"/>
                    <a:pt x="4976128" y="3351983"/>
                  </a:cubicBezTo>
                  <a:cubicBezTo>
                    <a:pt x="3540711" y="3023942"/>
                    <a:pt x="1911841" y="2809058"/>
                    <a:pt x="513379" y="3395227"/>
                  </a:cubicBezTo>
                  <a:cubicBezTo>
                    <a:pt x="337702" y="3469126"/>
                    <a:pt x="167560" y="3555549"/>
                    <a:pt x="4269" y="3653831"/>
                  </a:cubicBezTo>
                  <a:cubicBezTo>
                    <a:pt x="165" y="3656224"/>
                    <a:pt x="-1221" y="3661491"/>
                    <a:pt x="1173" y="3665594"/>
                  </a:cubicBezTo>
                  <a:cubicBezTo>
                    <a:pt x="3567" y="3669697"/>
                    <a:pt x="8833" y="3671083"/>
                    <a:pt x="12937" y="36686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8" name="Freeform 178">
              <a:extLst>
                <a:ext uri="{FF2B5EF4-FFF2-40B4-BE49-F238E27FC236}">
                  <a16:creationId xmlns:a16="http://schemas.microsoft.com/office/drawing/2014/main" id="{A332CE93-3CD0-D706-4E08-798BDFDA0638}"/>
                </a:ext>
              </a:extLst>
            </p:cNvPr>
            <p:cNvSpPr/>
            <p:nvPr/>
          </p:nvSpPr>
          <p:spPr>
            <a:xfrm>
              <a:off x="-1038754" y="-937733"/>
              <a:ext cx="9314703" cy="2170858"/>
            </a:xfrm>
            <a:custGeom>
              <a:avLst/>
              <a:gdLst>
                <a:gd name="connsiteX0" fmla="*/ 11466 w 20534463"/>
                <a:gd name="connsiteY0" fmla="*/ 3684481 h 4785702"/>
                <a:gd name="connsiteX1" fmla="*/ 4705005 w 20534463"/>
                <a:gd name="connsiteY1" fmla="*/ 3327866 h 4785702"/>
                <a:gd name="connsiteX2" fmla="*/ 6896516 w 20534463"/>
                <a:gd name="connsiteY2" fmla="*/ 4130252 h 4785702"/>
                <a:gd name="connsiteX3" fmla="*/ 8972109 w 20534463"/>
                <a:gd name="connsiteY3" fmla="*/ 4780238 h 4785702"/>
                <a:gd name="connsiteX4" fmla="*/ 10662130 w 20534463"/>
                <a:gd name="connsiteY4" fmla="*/ 4273222 h 4785702"/>
                <a:gd name="connsiteX5" fmla="*/ 12016775 w 20534463"/>
                <a:gd name="connsiteY5" fmla="*/ 2970011 h 4785702"/>
                <a:gd name="connsiteX6" fmla="*/ 13341512 w 20534463"/>
                <a:gd name="connsiteY6" fmla="*/ 1542690 h 4785702"/>
                <a:gd name="connsiteX7" fmla="*/ 14031598 w 20534463"/>
                <a:gd name="connsiteY7" fmla="*/ 1011671 h 4785702"/>
                <a:gd name="connsiteX8" fmla="*/ 15123259 w 20534463"/>
                <a:gd name="connsiteY8" fmla="*/ 506846 h 4785702"/>
                <a:gd name="connsiteX9" fmla="*/ 19912810 w 20534463"/>
                <a:gd name="connsiteY9" fmla="*/ 130323 h 4785702"/>
                <a:gd name="connsiteX10" fmla="*/ 20524506 w 20534463"/>
                <a:gd name="connsiteY10" fmla="*/ 220048 h 4785702"/>
                <a:gd name="connsiteX11" fmla="*/ 20528696 w 20534463"/>
                <a:gd name="connsiteY11" fmla="*/ 204808 h 4785702"/>
                <a:gd name="connsiteX12" fmla="*/ 15772102 w 20534463"/>
                <a:gd name="connsiteY12" fmla="*/ 291010 h 4785702"/>
                <a:gd name="connsiteX13" fmla="*/ 13767756 w 20534463"/>
                <a:gd name="connsiteY13" fmla="*/ 1167310 h 4785702"/>
                <a:gd name="connsiteX14" fmla="*/ 12434256 w 20534463"/>
                <a:gd name="connsiteY14" fmla="*/ 2472806 h 4785702"/>
                <a:gd name="connsiteX15" fmla="*/ 11078372 w 20534463"/>
                <a:gd name="connsiteY15" fmla="*/ 3915653 h 4785702"/>
                <a:gd name="connsiteX16" fmla="*/ 9449597 w 20534463"/>
                <a:gd name="connsiteY16" fmla="*/ 4753853 h 4785702"/>
                <a:gd name="connsiteX17" fmla="*/ 7242750 w 20534463"/>
                <a:gd name="connsiteY17" fmla="*/ 4266364 h 4785702"/>
                <a:gd name="connsiteX18" fmla="*/ 5112484 w 20534463"/>
                <a:gd name="connsiteY18" fmla="*/ 3402922 h 4785702"/>
                <a:gd name="connsiteX19" fmla="*/ 3945957 w 20534463"/>
                <a:gd name="connsiteY19" fmla="*/ 3174322 h 4785702"/>
                <a:gd name="connsiteX20" fmla="*/ 2774382 w 20534463"/>
                <a:gd name="connsiteY20" fmla="*/ 3057737 h 4785702"/>
                <a:gd name="connsiteX21" fmla="*/ 513051 w 20534463"/>
                <a:gd name="connsiteY21" fmla="*/ 3412067 h 4785702"/>
                <a:gd name="connsiteX22" fmla="*/ 3941 w 20534463"/>
                <a:gd name="connsiteY22" fmla="*/ 3670670 h 4785702"/>
                <a:gd name="connsiteX23" fmla="*/ 1083 w 20534463"/>
                <a:gd name="connsiteY23" fmla="*/ 3681529 h 4785702"/>
                <a:gd name="connsiteX24" fmla="*/ 11941 w 20534463"/>
                <a:gd name="connsiteY24" fmla="*/ 3684386 h 478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4463" h="4785702">
                  <a:moveTo>
                    <a:pt x="11466" y="3684481"/>
                  </a:moveTo>
                  <a:cubicBezTo>
                    <a:pt x="1422784" y="2837995"/>
                    <a:pt x="3163002" y="3012302"/>
                    <a:pt x="4705005" y="3327866"/>
                  </a:cubicBezTo>
                  <a:cubicBezTo>
                    <a:pt x="5478339" y="3486076"/>
                    <a:pt x="6181380" y="3806687"/>
                    <a:pt x="6896516" y="4130252"/>
                  </a:cubicBezTo>
                  <a:cubicBezTo>
                    <a:pt x="7554313" y="4427718"/>
                    <a:pt x="8242113" y="4732613"/>
                    <a:pt x="8972109" y="4780238"/>
                  </a:cubicBezTo>
                  <a:cubicBezTo>
                    <a:pt x="9594949" y="4820814"/>
                    <a:pt x="10159400" y="4633838"/>
                    <a:pt x="10662130" y="4273222"/>
                  </a:cubicBezTo>
                  <a:cubicBezTo>
                    <a:pt x="11172384" y="3907367"/>
                    <a:pt x="11601676" y="3436736"/>
                    <a:pt x="12016775" y="2970011"/>
                  </a:cubicBezTo>
                  <a:cubicBezTo>
                    <a:pt x="12448067" y="2485665"/>
                    <a:pt x="12864500" y="1983793"/>
                    <a:pt x="13341512" y="1542690"/>
                  </a:cubicBezTo>
                  <a:cubicBezTo>
                    <a:pt x="13554301" y="1345523"/>
                    <a:pt x="13781281" y="1159880"/>
                    <a:pt x="14031598" y="1011671"/>
                  </a:cubicBezTo>
                  <a:cubicBezTo>
                    <a:pt x="14376404" y="807360"/>
                    <a:pt x="14746450" y="642196"/>
                    <a:pt x="15123259" y="506846"/>
                  </a:cubicBezTo>
                  <a:cubicBezTo>
                    <a:pt x="16648497" y="-40175"/>
                    <a:pt x="18320134" y="-71321"/>
                    <a:pt x="19912810" y="130323"/>
                  </a:cubicBezTo>
                  <a:cubicBezTo>
                    <a:pt x="20117216" y="156104"/>
                    <a:pt x="20321116" y="186012"/>
                    <a:pt x="20524506" y="220048"/>
                  </a:cubicBezTo>
                  <a:cubicBezTo>
                    <a:pt x="20534506" y="221763"/>
                    <a:pt x="20538794" y="206428"/>
                    <a:pt x="20528696" y="204808"/>
                  </a:cubicBezTo>
                  <a:cubicBezTo>
                    <a:pt x="18961262" y="-54367"/>
                    <a:pt x="17321152" y="-110564"/>
                    <a:pt x="15772102" y="291010"/>
                  </a:cubicBezTo>
                  <a:cubicBezTo>
                    <a:pt x="15075348" y="471985"/>
                    <a:pt x="14352877" y="740018"/>
                    <a:pt x="13767756" y="1167310"/>
                  </a:cubicBezTo>
                  <a:cubicBezTo>
                    <a:pt x="13264741" y="1534498"/>
                    <a:pt x="12845546" y="2008748"/>
                    <a:pt x="12434256" y="2472806"/>
                  </a:cubicBezTo>
                  <a:cubicBezTo>
                    <a:pt x="11997630" y="2966678"/>
                    <a:pt x="11570243" y="3474551"/>
                    <a:pt x="11078372" y="3915653"/>
                  </a:cubicBezTo>
                  <a:cubicBezTo>
                    <a:pt x="10613171" y="4332848"/>
                    <a:pt x="10083010" y="4681749"/>
                    <a:pt x="9449597" y="4753853"/>
                  </a:cubicBezTo>
                  <a:cubicBezTo>
                    <a:pt x="8683978" y="4841198"/>
                    <a:pt x="7933408" y="4566020"/>
                    <a:pt x="7242750" y="4266364"/>
                  </a:cubicBezTo>
                  <a:cubicBezTo>
                    <a:pt x="6541044" y="3961564"/>
                    <a:pt x="5855434" y="3599614"/>
                    <a:pt x="5112484" y="3402922"/>
                  </a:cubicBezTo>
                  <a:cubicBezTo>
                    <a:pt x="4730531" y="3301767"/>
                    <a:pt x="4336196" y="3234139"/>
                    <a:pt x="3945957" y="3174322"/>
                  </a:cubicBezTo>
                  <a:cubicBezTo>
                    <a:pt x="3557909" y="3114601"/>
                    <a:pt x="3166908" y="3071929"/>
                    <a:pt x="2774382" y="3057737"/>
                  </a:cubicBezTo>
                  <a:cubicBezTo>
                    <a:pt x="2007715" y="3030209"/>
                    <a:pt x="1225617" y="3113553"/>
                    <a:pt x="513051" y="3412067"/>
                  </a:cubicBezTo>
                  <a:cubicBezTo>
                    <a:pt x="337392" y="3486004"/>
                    <a:pt x="167253" y="3572426"/>
                    <a:pt x="3941" y="3670670"/>
                  </a:cubicBezTo>
                  <a:cubicBezTo>
                    <a:pt x="153" y="3672880"/>
                    <a:pt x="-1126" y="3677741"/>
                    <a:pt x="1083" y="3681529"/>
                  </a:cubicBezTo>
                  <a:cubicBezTo>
                    <a:pt x="3292" y="3685317"/>
                    <a:pt x="8153" y="3686596"/>
                    <a:pt x="11941" y="36843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9" name="Freeform 179">
              <a:extLst>
                <a:ext uri="{FF2B5EF4-FFF2-40B4-BE49-F238E27FC236}">
                  <a16:creationId xmlns:a16="http://schemas.microsoft.com/office/drawing/2014/main" id="{E7932DE7-5DDA-FDFB-C713-6BA3053A4B23}"/>
                </a:ext>
              </a:extLst>
            </p:cNvPr>
            <p:cNvSpPr/>
            <p:nvPr/>
          </p:nvSpPr>
          <p:spPr>
            <a:xfrm>
              <a:off x="-1036791" y="-1094922"/>
              <a:ext cx="9314385" cy="2245946"/>
            </a:xfrm>
            <a:custGeom>
              <a:avLst/>
              <a:gdLst>
                <a:gd name="connsiteX0" fmla="*/ 11042 w 20533762"/>
                <a:gd name="connsiteY0" fmla="*/ 3701920 h 4951237"/>
                <a:gd name="connsiteX1" fmla="*/ 4872698 w 20533762"/>
                <a:gd name="connsiteY1" fmla="*/ 3379880 h 4951237"/>
                <a:gd name="connsiteX2" fmla="*/ 6999630 w 20533762"/>
                <a:gd name="connsiteY2" fmla="*/ 4257894 h 4951237"/>
                <a:gd name="connsiteX3" fmla="*/ 9038742 w 20533762"/>
                <a:gd name="connsiteY3" fmla="*/ 4946933 h 4951237"/>
                <a:gd name="connsiteX4" fmla="*/ 10660945 w 20533762"/>
                <a:gd name="connsiteY4" fmla="*/ 4412200 h 4951237"/>
                <a:gd name="connsiteX5" fmla="*/ 11978919 w 20533762"/>
                <a:gd name="connsiteY5" fmla="*/ 3056030 h 4951237"/>
                <a:gd name="connsiteX6" fmla="*/ 13267556 w 20533762"/>
                <a:gd name="connsiteY6" fmla="*/ 1571178 h 4951237"/>
                <a:gd name="connsiteX7" fmla="*/ 13941259 w 20533762"/>
                <a:gd name="connsiteY7" fmla="*/ 1012917 h 4951237"/>
                <a:gd name="connsiteX8" fmla="*/ 15000058 w 20533762"/>
                <a:gd name="connsiteY8" fmla="*/ 506854 h 4951237"/>
                <a:gd name="connsiteX9" fmla="*/ 19884478 w 20533762"/>
                <a:gd name="connsiteY9" fmla="*/ 142523 h 4951237"/>
                <a:gd name="connsiteX10" fmla="*/ 20524558 w 20533762"/>
                <a:gd name="connsiteY10" fmla="*/ 237773 h 4951237"/>
                <a:gd name="connsiteX11" fmla="*/ 20528368 w 20533762"/>
                <a:gd name="connsiteY11" fmla="*/ 223676 h 4951237"/>
                <a:gd name="connsiteX12" fmla="*/ 15640710 w 20533762"/>
                <a:gd name="connsiteY12" fmla="*/ 290351 h 4951237"/>
                <a:gd name="connsiteX13" fmla="*/ 13683799 w 20533762"/>
                <a:gd name="connsiteY13" fmla="*/ 1179033 h 4951237"/>
                <a:gd name="connsiteX14" fmla="*/ 12380874 w 20533762"/>
                <a:gd name="connsiteY14" fmla="*/ 2547109 h 4951237"/>
                <a:gd name="connsiteX15" fmla="*/ 11070234 w 20533762"/>
                <a:gd name="connsiteY15" fmla="*/ 4037105 h 4951237"/>
                <a:gd name="connsiteX16" fmla="*/ 9533661 w 20533762"/>
                <a:gd name="connsiteY16" fmla="*/ 4912643 h 4951237"/>
                <a:gd name="connsiteX17" fmla="*/ 7340625 w 20533762"/>
                <a:gd name="connsiteY17" fmla="*/ 4408580 h 4951237"/>
                <a:gd name="connsiteX18" fmla="*/ 5264175 w 20533762"/>
                <a:gd name="connsiteY18" fmla="*/ 3467129 h 4951237"/>
                <a:gd name="connsiteX19" fmla="*/ 4081932 w 20533762"/>
                <a:gd name="connsiteY19" fmla="*/ 3214716 h 4951237"/>
                <a:gd name="connsiteX20" fmla="*/ 2859589 w 20533762"/>
                <a:gd name="connsiteY20" fmla="*/ 3079938 h 4951237"/>
                <a:gd name="connsiteX21" fmla="*/ 514438 w 20533762"/>
                <a:gd name="connsiteY21" fmla="*/ 3429886 h 4951237"/>
                <a:gd name="connsiteX22" fmla="*/ 3612 w 20533762"/>
                <a:gd name="connsiteY22" fmla="*/ 3689252 h 4951237"/>
                <a:gd name="connsiteX23" fmla="*/ 993 w 20533762"/>
                <a:gd name="connsiteY23" fmla="*/ 3699206 h 4951237"/>
                <a:gd name="connsiteX24" fmla="*/ 10947 w 20533762"/>
                <a:gd name="connsiteY24" fmla="*/ 3701825 h 49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3762" h="4951237">
                  <a:moveTo>
                    <a:pt x="11042" y="3701920"/>
                  </a:moveTo>
                  <a:cubicBezTo>
                    <a:pt x="1472273" y="2825239"/>
                    <a:pt x="3282880" y="3040504"/>
                    <a:pt x="4872698" y="3379880"/>
                  </a:cubicBezTo>
                  <a:cubicBezTo>
                    <a:pt x="5628697" y="3541805"/>
                    <a:pt x="6313354" y="3916423"/>
                    <a:pt x="6999630" y="4257894"/>
                  </a:cubicBezTo>
                  <a:cubicBezTo>
                    <a:pt x="7638377" y="4575839"/>
                    <a:pt x="8314938" y="4902642"/>
                    <a:pt x="9038742" y="4946933"/>
                  </a:cubicBezTo>
                  <a:cubicBezTo>
                    <a:pt x="9646342" y="4984081"/>
                    <a:pt x="10184790" y="4778721"/>
                    <a:pt x="10660945" y="4412200"/>
                  </a:cubicBezTo>
                  <a:cubicBezTo>
                    <a:pt x="11160912" y="4027580"/>
                    <a:pt x="11576202" y="3538757"/>
                    <a:pt x="11978919" y="3056030"/>
                  </a:cubicBezTo>
                  <a:cubicBezTo>
                    <a:pt x="12398019" y="2553205"/>
                    <a:pt x="12802260" y="2033235"/>
                    <a:pt x="13267556" y="1571178"/>
                  </a:cubicBezTo>
                  <a:cubicBezTo>
                    <a:pt x="13474439" y="1365628"/>
                    <a:pt x="13695133" y="1170080"/>
                    <a:pt x="13941259" y="1012917"/>
                  </a:cubicBezTo>
                  <a:cubicBezTo>
                    <a:pt x="14269396" y="802796"/>
                    <a:pt x="14635156" y="641442"/>
                    <a:pt x="15000058" y="506854"/>
                  </a:cubicBezTo>
                  <a:cubicBezTo>
                    <a:pt x="16552633" y="-63884"/>
                    <a:pt x="18263134" y="-67503"/>
                    <a:pt x="19884478" y="142523"/>
                  </a:cubicBezTo>
                  <a:cubicBezTo>
                    <a:pt x="20098410" y="170209"/>
                    <a:pt x="20311770" y="201959"/>
                    <a:pt x="20524558" y="237773"/>
                  </a:cubicBezTo>
                  <a:cubicBezTo>
                    <a:pt x="20534084" y="239297"/>
                    <a:pt x="20537608" y="225200"/>
                    <a:pt x="20528368" y="223676"/>
                  </a:cubicBezTo>
                  <a:cubicBezTo>
                    <a:pt x="18919978" y="-42453"/>
                    <a:pt x="17231290" y="-128749"/>
                    <a:pt x="15640710" y="290351"/>
                  </a:cubicBezTo>
                  <a:cubicBezTo>
                    <a:pt x="14957196" y="470469"/>
                    <a:pt x="14244440" y="738026"/>
                    <a:pt x="13683799" y="1179033"/>
                  </a:cubicBezTo>
                  <a:cubicBezTo>
                    <a:pt x="13188499" y="1568606"/>
                    <a:pt x="12781019" y="2064096"/>
                    <a:pt x="12380874" y="2547109"/>
                  </a:cubicBezTo>
                  <a:cubicBezTo>
                    <a:pt x="11959298" y="3056030"/>
                    <a:pt x="11547341" y="3578095"/>
                    <a:pt x="11070234" y="4037105"/>
                  </a:cubicBezTo>
                  <a:cubicBezTo>
                    <a:pt x="10639133" y="4451728"/>
                    <a:pt x="10140023" y="4822536"/>
                    <a:pt x="9533661" y="4912643"/>
                  </a:cubicBezTo>
                  <a:cubicBezTo>
                    <a:pt x="8769185" y="5026371"/>
                    <a:pt x="8018424" y="4730334"/>
                    <a:pt x="7340625" y="4408580"/>
                  </a:cubicBezTo>
                  <a:cubicBezTo>
                    <a:pt x="6654825" y="4083301"/>
                    <a:pt x="5991885" y="3694205"/>
                    <a:pt x="5264175" y="3467129"/>
                  </a:cubicBezTo>
                  <a:cubicBezTo>
                    <a:pt x="4880699" y="3347495"/>
                    <a:pt x="4477791" y="3279867"/>
                    <a:pt x="4081932" y="3214716"/>
                  </a:cubicBezTo>
                  <a:cubicBezTo>
                    <a:pt x="3677310" y="3148041"/>
                    <a:pt x="3269354" y="3099083"/>
                    <a:pt x="2859589" y="3079938"/>
                  </a:cubicBezTo>
                  <a:cubicBezTo>
                    <a:pt x="2065871" y="3043076"/>
                    <a:pt x="1253007" y="3120609"/>
                    <a:pt x="514438" y="3429886"/>
                  </a:cubicBezTo>
                  <a:cubicBezTo>
                    <a:pt x="338164" y="3503980"/>
                    <a:pt x="167448" y="3590659"/>
                    <a:pt x="3612" y="3689252"/>
                  </a:cubicBezTo>
                  <a:cubicBezTo>
                    <a:pt x="140" y="3691277"/>
                    <a:pt x="-1033" y="3695734"/>
                    <a:pt x="993" y="3699206"/>
                  </a:cubicBezTo>
                  <a:cubicBezTo>
                    <a:pt x="3018" y="3702678"/>
                    <a:pt x="7475" y="3703851"/>
                    <a:pt x="10947" y="3701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40" name="Freeform 180">
              <a:extLst>
                <a:ext uri="{FF2B5EF4-FFF2-40B4-BE49-F238E27FC236}">
                  <a16:creationId xmlns:a16="http://schemas.microsoft.com/office/drawing/2014/main" id="{9CAE9B7C-75E6-6B76-9454-EB97892CA718}"/>
                </a:ext>
              </a:extLst>
            </p:cNvPr>
            <p:cNvSpPr/>
            <p:nvPr/>
          </p:nvSpPr>
          <p:spPr>
            <a:xfrm>
              <a:off x="-1034224" y="-1253208"/>
              <a:ext cx="9313468" cy="2322773"/>
            </a:xfrm>
            <a:custGeom>
              <a:avLst/>
              <a:gdLst>
                <a:gd name="connsiteX0" fmla="*/ 9289 w 20531742"/>
                <a:gd name="connsiteY0" fmla="*/ 3721775 h 5120603"/>
                <a:gd name="connsiteX1" fmla="*/ 2447117 w 20531742"/>
                <a:gd name="connsiteY1" fmla="*/ 3105984 h 5120603"/>
                <a:gd name="connsiteX2" fmla="*/ 4989054 w 20531742"/>
                <a:gd name="connsiteY2" fmla="*/ 3426405 h 5120603"/>
                <a:gd name="connsiteX3" fmla="*/ 7075601 w 20531742"/>
                <a:gd name="connsiteY3" fmla="*/ 4385382 h 5120603"/>
                <a:gd name="connsiteX4" fmla="*/ 9067564 w 20531742"/>
                <a:gd name="connsiteY4" fmla="*/ 5116045 h 5120603"/>
                <a:gd name="connsiteX5" fmla="*/ 10633188 w 20531742"/>
                <a:gd name="connsiteY5" fmla="*/ 4572453 h 5120603"/>
                <a:gd name="connsiteX6" fmla="*/ 11933541 w 20531742"/>
                <a:gd name="connsiteY6" fmla="*/ 3155323 h 5120603"/>
                <a:gd name="connsiteX7" fmla="*/ 13186841 w 20531742"/>
                <a:gd name="connsiteY7" fmla="*/ 1614178 h 5120603"/>
                <a:gd name="connsiteX8" fmla="*/ 13839970 w 20531742"/>
                <a:gd name="connsiteY8" fmla="*/ 1027629 h 5120603"/>
                <a:gd name="connsiteX9" fmla="*/ 14850953 w 20531742"/>
                <a:gd name="connsiteY9" fmla="*/ 518898 h 5120603"/>
                <a:gd name="connsiteX10" fmla="*/ 19918254 w 20531742"/>
                <a:gd name="connsiteY10" fmla="*/ 165711 h 5120603"/>
                <a:gd name="connsiteX11" fmla="*/ 20523472 w 20531742"/>
                <a:gd name="connsiteY11" fmla="*/ 257532 h 5120603"/>
                <a:gd name="connsiteX12" fmla="*/ 20526900 w 20531742"/>
                <a:gd name="connsiteY12" fmla="*/ 244769 h 5120603"/>
                <a:gd name="connsiteX13" fmla="*/ 15518084 w 20531742"/>
                <a:gd name="connsiteY13" fmla="*/ 288870 h 5120603"/>
                <a:gd name="connsiteX14" fmla="*/ 13588700 w 20531742"/>
                <a:gd name="connsiteY14" fmla="*/ 1207175 h 5120603"/>
                <a:gd name="connsiteX15" fmla="*/ 12322923 w 20531742"/>
                <a:gd name="connsiteY15" fmla="*/ 2633448 h 5120603"/>
                <a:gd name="connsiteX16" fmla="*/ 11038382 w 20531742"/>
                <a:gd name="connsiteY16" fmla="*/ 4182595 h 5120603"/>
                <a:gd name="connsiteX17" fmla="*/ 9553339 w 20531742"/>
                <a:gd name="connsiteY17" fmla="*/ 5081373 h 5120603"/>
                <a:gd name="connsiteX18" fmla="*/ 7412881 w 20531742"/>
                <a:gd name="connsiteY18" fmla="*/ 4549783 h 5120603"/>
                <a:gd name="connsiteX19" fmla="*/ 5372340 w 20531742"/>
                <a:gd name="connsiteY19" fmla="*/ 3527846 h 5120603"/>
                <a:gd name="connsiteX20" fmla="*/ 4199622 w 20531742"/>
                <a:gd name="connsiteY20" fmla="*/ 3255812 h 5120603"/>
                <a:gd name="connsiteX21" fmla="*/ 2961372 w 20531742"/>
                <a:gd name="connsiteY21" fmla="*/ 3106269 h 5120603"/>
                <a:gd name="connsiteX22" fmla="*/ 528687 w 20531742"/>
                <a:gd name="connsiteY22" fmla="*/ 3444407 h 5120603"/>
                <a:gd name="connsiteX23" fmla="*/ 2622 w 20531742"/>
                <a:gd name="connsiteY23" fmla="*/ 3710059 h 5120603"/>
                <a:gd name="connsiteX24" fmla="*/ 1368 w 20531742"/>
                <a:gd name="connsiteY24" fmla="*/ 3719405 h 5120603"/>
                <a:gd name="connsiteX25" fmla="*/ 9289 w 20531742"/>
                <a:gd name="connsiteY25" fmla="*/ 3721489 h 512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531742" h="5120603">
                  <a:moveTo>
                    <a:pt x="9289" y="3721775"/>
                  </a:moveTo>
                  <a:cubicBezTo>
                    <a:pt x="745286" y="3280386"/>
                    <a:pt x="1596630" y="3112175"/>
                    <a:pt x="2447117" y="3105984"/>
                  </a:cubicBezTo>
                  <a:cubicBezTo>
                    <a:pt x="3297604" y="3099792"/>
                    <a:pt x="4164475" y="3225903"/>
                    <a:pt x="4989054" y="3426405"/>
                  </a:cubicBezTo>
                  <a:cubicBezTo>
                    <a:pt x="5736671" y="3608237"/>
                    <a:pt x="6406374" y="4021336"/>
                    <a:pt x="7075601" y="4385382"/>
                  </a:cubicBezTo>
                  <a:cubicBezTo>
                    <a:pt x="7692344" y="4720948"/>
                    <a:pt x="8353189" y="5068896"/>
                    <a:pt x="9067564" y="5116045"/>
                  </a:cubicBezTo>
                  <a:cubicBezTo>
                    <a:pt x="9660686" y="5155097"/>
                    <a:pt x="10178750" y="4940689"/>
                    <a:pt x="10633188" y="4572453"/>
                  </a:cubicBezTo>
                  <a:cubicBezTo>
                    <a:pt x="11131917" y="4168307"/>
                    <a:pt x="11539206" y="3658053"/>
                    <a:pt x="11933541" y="3155323"/>
                  </a:cubicBezTo>
                  <a:cubicBezTo>
                    <a:pt x="12341973" y="2634877"/>
                    <a:pt x="12733641" y="2098048"/>
                    <a:pt x="13186841" y="1614178"/>
                  </a:cubicBezTo>
                  <a:cubicBezTo>
                    <a:pt x="13386866" y="1400723"/>
                    <a:pt x="13600225" y="1196221"/>
                    <a:pt x="13839970" y="1027629"/>
                  </a:cubicBezTo>
                  <a:cubicBezTo>
                    <a:pt x="14147056" y="811697"/>
                    <a:pt x="14501767" y="652725"/>
                    <a:pt x="14850953" y="518898"/>
                  </a:cubicBezTo>
                  <a:cubicBezTo>
                    <a:pt x="16454487" y="-96703"/>
                    <a:pt x="18240996" y="-62603"/>
                    <a:pt x="19918254" y="165711"/>
                  </a:cubicBezTo>
                  <a:cubicBezTo>
                    <a:pt x="20120374" y="193207"/>
                    <a:pt x="20322114" y="223814"/>
                    <a:pt x="20523472" y="257532"/>
                  </a:cubicBezTo>
                  <a:cubicBezTo>
                    <a:pt x="20531758" y="258866"/>
                    <a:pt x="20535378" y="246198"/>
                    <a:pt x="20526900" y="244769"/>
                  </a:cubicBezTo>
                  <a:cubicBezTo>
                    <a:pt x="18880982" y="-28027"/>
                    <a:pt x="17147146" y="-147852"/>
                    <a:pt x="15518084" y="288870"/>
                  </a:cubicBezTo>
                  <a:cubicBezTo>
                    <a:pt x="14837047" y="471273"/>
                    <a:pt x="14130292" y="743784"/>
                    <a:pt x="13588700" y="1207175"/>
                  </a:cubicBezTo>
                  <a:cubicBezTo>
                    <a:pt x="13105497" y="1620560"/>
                    <a:pt x="12711733" y="2133576"/>
                    <a:pt x="12322923" y="2633448"/>
                  </a:cubicBezTo>
                  <a:cubicBezTo>
                    <a:pt x="11911348" y="3162086"/>
                    <a:pt x="11509012" y="3703677"/>
                    <a:pt x="11038382" y="4182595"/>
                  </a:cubicBezTo>
                  <a:cubicBezTo>
                    <a:pt x="10628521" y="4599599"/>
                    <a:pt x="10146746" y="4986790"/>
                    <a:pt x="9553339" y="5081373"/>
                  </a:cubicBezTo>
                  <a:cubicBezTo>
                    <a:pt x="8801435" y="5201484"/>
                    <a:pt x="8066391" y="4887349"/>
                    <a:pt x="7412881" y="4549783"/>
                  </a:cubicBezTo>
                  <a:cubicBezTo>
                    <a:pt x="6738035" y="4201168"/>
                    <a:pt x="6091192" y="3783402"/>
                    <a:pt x="5372340" y="3527846"/>
                  </a:cubicBezTo>
                  <a:cubicBezTo>
                    <a:pt x="4994007" y="3393448"/>
                    <a:pt x="4594243" y="3324106"/>
                    <a:pt x="4199622" y="3255812"/>
                  </a:cubicBezTo>
                  <a:cubicBezTo>
                    <a:pt x="3790047" y="3184851"/>
                    <a:pt x="3376567" y="3130749"/>
                    <a:pt x="2961372" y="3106269"/>
                  </a:cubicBezTo>
                  <a:cubicBezTo>
                    <a:pt x="2139936" y="3057978"/>
                    <a:pt x="1295450" y="3126939"/>
                    <a:pt x="528687" y="3444407"/>
                  </a:cubicBezTo>
                  <a:cubicBezTo>
                    <a:pt x="347007" y="3519832"/>
                    <a:pt x="171168" y="3608626"/>
                    <a:pt x="2622" y="3710059"/>
                  </a:cubicBezTo>
                  <a:cubicBezTo>
                    <a:pt x="-305" y="3712294"/>
                    <a:pt x="-866" y="3716478"/>
                    <a:pt x="1368" y="3719405"/>
                  </a:cubicBezTo>
                  <a:cubicBezTo>
                    <a:pt x="3221" y="3721830"/>
                    <a:pt x="6483" y="3722689"/>
                    <a:pt x="9289" y="37214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</p:grpSp>
      <p:sp>
        <p:nvSpPr>
          <p:cNvPr id="5" name="Rectangle 16">
            <a:extLst>
              <a:ext uri="{FF2B5EF4-FFF2-40B4-BE49-F238E27FC236}">
                <a16:creationId xmlns:a16="http://schemas.microsoft.com/office/drawing/2014/main" id="{7BBC03D6-43A7-E73F-E394-53BBEF6BCFCF}"/>
              </a:ext>
            </a:extLst>
          </p:cNvPr>
          <p:cNvSpPr/>
          <p:nvPr/>
        </p:nvSpPr>
        <p:spPr>
          <a:xfrm>
            <a:off x="8810625" y="3429000"/>
            <a:ext cx="3381375" cy="3429000"/>
          </a:xfrm>
          <a:prstGeom prst="rect">
            <a:avLst/>
          </a:prstGeom>
          <a:solidFill>
            <a:srgbClr val="A502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66F6400-2CCF-B271-B826-86D33F7D7BC0}"/>
              </a:ext>
            </a:extLst>
          </p:cNvPr>
          <p:cNvSpPr txBox="1"/>
          <p:nvPr/>
        </p:nvSpPr>
        <p:spPr>
          <a:xfrm>
            <a:off x="445173" y="504396"/>
            <a:ext cx="11518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noProof="0" dirty="0">
                <a:solidFill>
                  <a:srgbClr val="707072"/>
                </a:solidFill>
                <a:latin typeface="Montserrat" pitchFamily="2" charset="0"/>
              </a:rPr>
              <a:t>STELLENAUSSCHREIBUNG</a:t>
            </a:r>
          </a:p>
          <a:p>
            <a:r>
              <a:rPr lang="de-DE" sz="3600" b="1" noProof="0" dirty="0">
                <a:solidFill>
                  <a:srgbClr val="A70330"/>
                </a:solidFill>
                <a:latin typeface="Montserrat" pitchFamily="2" charset="0"/>
              </a:rPr>
              <a:t>IMPULSIV</a:t>
            </a:r>
            <a:endParaRPr lang="de-DE" sz="3600" noProof="0" dirty="0">
              <a:solidFill>
                <a:srgbClr val="A70330"/>
              </a:solidFill>
              <a:latin typeface="Montserrat" pitchFamily="2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7B0EAEC-92ED-2C03-FA0D-E41784716522}"/>
              </a:ext>
            </a:extLst>
          </p:cNvPr>
          <p:cNvSpPr txBox="1"/>
          <p:nvPr/>
        </p:nvSpPr>
        <p:spPr>
          <a:xfrm>
            <a:off x="805344" y="2322909"/>
            <a:ext cx="5577907" cy="298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noProof="0" dirty="0">
                <a:solidFill>
                  <a:srgbClr val="707072"/>
                </a:solidFill>
                <a:latin typeface="Montserrat" pitchFamily="2" charset="0"/>
              </a:rPr>
              <a:t>Kraftvolles und exklusives Designkonzept, modisches Layout</a:t>
            </a:r>
            <a:endParaRPr lang="de-DE" sz="2000" dirty="0">
              <a:solidFill>
                <a:srgbClr val="707072"/>
              </a:solidFill>
              <a:latin typeface="Montserrat" pitchFamily="2" charset="0"/>
            </a:endParaRP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Auffällige, grelle Farben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Bildsprache geprägt von Dynamik und Wettkampf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Kurze, prägnante Texte, die aktionsorientiert sind</a:t>
            </a:r>
          </a:p>
        </p:txBody>
      </p:sp>
      <p:cxnSp>
        <p:nvCxnSpPr>
          <p:cNvPr id="11" name="Straight Connector 21">
            <a:extLst>
              <a:ext uri="{FF2B5EF4-FFF2-40B4-BE49-F238E27FC236}">
                <a16:creationId xmlns:a16="http://schemas.microsoft.com/office/drawing/2014/main" id="{13733702-E140-E237-9DCB-3C642DD0E729}"/>
              </a:ext>
            </a:extLst>
          </p:cNvPr>
          <p:cNvCxnSpPr>
            <a:cxnSpLocks/>
            <a:stCxn id="12" idx="4"/>
            <a:endCxn id="14" idx="4"/>
          </p:cNvCxnSpPr>
          <p:nvPr/>
        </p:nvCxnSpPr>
        <p:spPr>
          <a:xfrm>
            <a:off x="643633" y="2674033"/>
            <a:ext cx="0" cy="2091412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6">
            <a:extLst>
              <a:ext uri="{FF2B5EF4-FFF2-40B4-BE49-F238E27FC236}">
                <a16:creationId xmlns:a16="http://schemas.microsoft.com/office/drawing/2014/main" id="{B1FBE1F8-3BEE-9145-714D-212BB75819B5}"/>
              </a:ext>
            </a:extLst>
          </p:cNvPr>
          <p:cNvSpPr/>
          <p:nvPr/>
        </p:nvSpPr>
        <p:spPr>
          <a:xfrm>
            <a:off x="558879" y="2504525"/>
            <a:ext cx="169508" cy="169508"/>
          </a:xfrm>
          <a:prstGeom prst="ellipse">
            <a:avLst/>
          </a:prstGeom>
          <a:solidFill>
            <a:srgbClr val="A703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90316F58-C55F-501D-0AE4-8422D0E4D49A}"/>
              </a:ext>
            </a:extLst>
          </p:cNvPr>
          <p:cNvSpPr/>
          <p:nvPr/>
        </p:nvSpPr>
        <p:spPr>
          <a:xfrm>
            <a:off x="558879" y="4595937"/>
            <a:ext cx="169508" cy="169508"/>
          </a:xfrm>
          <a:prstGeom prst="ellipse">
            <a:avLst/>
          </a:prstGeom>
          <a:solidFill>
            <a:srgbClr val="A703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id="{705BCAB9-90EB-C3E8-3246-29938B072F17}"/>
              </a:ext>
            </a:extLst>
          </p:cNvPr>
          <p:cNvSpPr/>
          <p:nvPr/>
        </p:nvSpPr>
        <p:spPr>
          <a:xfrm>
            <a:off x="554981" y="3796951"/>
            <a:ext cx="169508" cy="169508"/>
          </a:xfrm>
          <a:prstGeom prst="ellipse">
            <a:avLst/>
          </a:prstGeom>
          <a:solidFill>
            <a:srgbClr val="A703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9" name="Oval 11">
            <a:extLst>
              <a:ext uri="{FF2B5EF4-FFF2-40B4-BE49-F238E27FC236}">
                <a16:creationId xmlns:a16="http://schemas.microsoft.com/office/drawing/2014/main" id="{200B5BB1-FAB8-F526-BA03-74A3E1E66B63}"/>
              </a:ext>
            </a:extLst>
          </p:cNvPr>
          <p:cNvSpPr/>
          <p:nvPr/>
        </p:nvSpPr>
        <p:spPr>
          <a:xfrm>
            <a:off x="551203" y="3283044"/>
            <a:ext cx="169508" cy="169508"/>
          </a:xfrm>
          <a:prstGeom prst="ellipse">
            <a:avLst/>
          </a:prstGeom>
          <a:solidFill>
            <a:srgbClr val="A703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22" name="Grafik 21" descr="Ein Bild, das Text, Poster, Screenshot, Flyer enthält.&#10;&#10;Automatisch generierte Beschreibung">
            <a:extLst>
              <a:ext uri="{FF2B5EF4-FFF2-40B4-BE49-F238E27FC236}">
                <a16:creationId xmlns:a16="http://schemas.microsoft.com/office/drawing/2014/main" id="{837C23FB-09D8-0A2E-A89E-BCE9D156D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573" y="146147"/>
            <a:ext cx="4675257" cy="661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6741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5B302-4C89-BB39-0FD7-3EF4C984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9">
            <a:extLst>
              <a:ext uri="{FF2B5EF4-FFF2-40B4-BE49-F238E27FC236}">
                <a16:creationId xmlns:a16="http://schemas.microsoft.com/office/drawing/2014/main" id="{E8AE9EDD-28CD-23B4-E64A-806FDEE92E3C}"/>
              </a:ext>
            </a:extLst>
          </p:cNvPr>
          <p:cNvSpPr/>
          <p:nvPr/>
        </p:nvSpPr>
        <p:spPr>
          <a:xfrm>
            <a:off x="0" y="2820531"/>
            <a:ext cx="12192000" cy="4038113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0">
                <a:schemeClr val="bg1">
                  <a:lumMod val="85000"/>
                </a:schemeClr>
              </a:gs>
              <a:gs pos="59000">
                <a:srgbClr val="EBEBEB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31" name="Group 11">
            <a:extLst>
              <a:ext uri="{FF2B5EF4-FFF2-40B4-BE49-F238E27FC236}">
                <a16:creationId xmlns:a16="http://schemas.microsoft.com/office/drawing/2014/main" id="{27F46EBC-218F-209D-D886-8B5856929E65}"/>
              </a:ext>
            </a:extLst>
          </p:cNvPr>
          <p:cNvGrpSpPr/>
          <p:nvPr/>
        </p:nvGrpSpPr>
        <p:grpSpPr>
          <a:xfrm rot="2980602">
            <a:off x="5252807" y="-1830216"/>
            <a:ext cx="15651267" cy="5032690"/>
            <a:chOff x="-1052091" y="-1253208"/>
            <a:chExt cx="9331335" cy="3000507"/>
          </a:xfrm>
          <a:solidFill>
            <a:schemeClr val="bg1">
              <a:lumMod val="85000"/>
            </a:schemeClr>
          </a:solidFill>
        </p:grpSpPr>
        <p:sp>
          <p:nvSpPr>
            <p:cNvPr id="32" name="Freeform 172">
              <a:extLst>
                <a:ext uri="{FF2B5EF4-FFF2-40B4-BE49-F238E27FC236}">
                  <a16:creationId xmlns:a16="http://schemas.microsoft.com/office/drawing/2014/main" id="{523C429A-D95E-2396-AB4C-F5EEE1556EBC}"/>
                </a:ext>
              </a:extLst>
            </p:cNvPr>
            <p:cNvSpPr/>
            <p:nvPr/>
          </p:nvSpPr>
          <p:spPr>
            <a:xfrm>
              <a:off x="-1052091" y="-10083"/>
              <a:ext cx="9318432" cy="1757382"/>
            </a:xfrm>
            <a:custGeom>
              <a:avLst/>
              <a:gdLst>
                <a:gd name="connsiteX0" fmla="*/ 17817 w 20542684"/>
                <a:gd name="connsiteY0" fmla="*/ 3613989 h 3874187"/>
                <a:gd name="connsiteX1" fmla="*/ 4012983 w 20542684"/>
                <a:gd name="connsiteY1" fmla="*/ 3130310 h 3874187"/>
                <a:gd name="connsiteX2" fmla="*/ 8399436 w 20542684"/>
                <a:gd name="connsiteY2" fmla="*/ 3873260 h 3874187"/>
                <a:gd name="connsiteX3" fmla="*/ 10488173 w 20542684"/>
                <a:gd name="connsiteY3" fmla="*/ 3517883 h 3874187"/>
                <a:gd name="connsiteX4" fmla="*/ 12210864 w 20542684"/>
                <a:gd name="connsiteY4" fmla="*/ 2576908 h 3874187"/>
                <a:gd name="connsiteX5" fmla="*/ 13879739 w 20542684"/>
                <a:gd name="connsiteY5" fmla="*/ 1463244 h 3874187"/>
                <a:gd name="connsiteX6" fmla="*/ 15800075 w 20542684"/>
                <a:gd name="connsiteY6" fmla="*/ 553416 h 3874187"/>
                <a:gd name="connsiteX7" fmla="*/ 19967262 w 20542684"/>
                <a:gd name="connsiteY7" fmla="*/ 73928 h 3874187"/>
                <a:gd name="connsiteX8" fmla="*/ 20527714 w 20542684"/>
                <a:gd name="connsiteY8" fmla="*/ 150128 h 3874187"/>
                <a:gd name="connsiteX9" fmla="*/ 20534096 w 20542684"/>
                <a:gd name="connsiteY9" fmla="*/ 127078 h 3874187"/>
                <a:gd name="connsiteX10" fmla="*/ 16371099 w 20542684"/>
                <a:gd name="connsiteY10" fmla="*/ 351963 h 3874187"/>
                <a:gd name="connsiteX11" fmla="*/ 14438000 w 20542684"/>
                <a:gd name="connsiteY11" fmla="*/ 1116439 h 3874187"/>
                <a:gd name="connsiteX12" fmla="*/ 12705688 w 20542684"/>
                <a:gd name="connsiteY12" fmla="*/ 2213243 h 3874187"/>
                <a:gd name="connsiteX13" fmla="*/ 10997094 w 20542684"/>
                <a:gd name="connsiteY13" fmla="*/ 3266137 h 3874187"/>
                <a:gd name="connsiteX14" fmla="*/ 8895879 w 20542684"/>
                <a:gd name="connsiteY14" fmla="*/ 3839256 h 3874187"/>
                <a:gd name="connsiteX15" fmla="*/ 4360264 w 20542684"/>
                <a:gd name="connsiteY15" fmla="*/ 3165934 h 3874187"/>
                <a:gd name="connsiteX16" fmla="*/ 453585 w 20542684"/>
                <a:gd name="connsiteY16" fmla="*/ 3361101 h 3874187"/>
                <a:gd name="connsiteX17" fmla="*/ 5910 w 20542684"/>
                <a:gd name="connsiteY17" fmla="*/ 3593416 h 3874187"/>
                <a:gd name="connsiteX18" fmla="*/ 1625 w 20542684"/>
                <a:gd name="connsiteY18" fmla="*/ 3609704 h 3874187"/>
                <a:gd name="connsiteX19" fmla="*/ 17912 w 20542684"/>
                <a:gd name="connsiteY19" fmla="*/ 3613990 h 387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542684" h="3874187">
                  <a:moveTo>
                    <a:pt x="17817" y="3613989"/>
                  </a:moveTo>
                  <a:cubicBezTo>
                    <a:pt x="1217967" y="2894185"/>
                    <a:pt x="2674244" y="2917141"/>
                    <a:pt x="4012983" y="3130310"/>
                  </a:cubicBezTo>
                  <a:cubicBezTo>
                    <a:pt x="5477356" y="3363577"/>
                    <a:pt x="6905725" y="3847638"/>
                    <a:pt x="8399436" y="3873260"/>
                  </a:cubicBezTo>
                  <a:cubicBezTo>
                    <a:pt x="9113811" y="3885452"/>
                    <a:pt x="9820947" y="3778010"/>
                    <a:pt x="10488173" y="3517883"/>
                  </a:cubicBezTo>
                  <a:cubicBezTo>
                    <a:pt x="11100059" y="3279758"/>
                    <a:pt x="11665177" y="2938667"/>
                    <a:pt x="12210864" y="2576908"/>
                  </a:cubicBezTo>
                  <a:cubicBezTo>
                    <a:pt x="12768267" y="2207528"/>
                    <a:pt x="13309478" y="1813193"/>
                    <a:pt x="13879739" y="1463244"/>
                  </a:cubicBezTo>
                  <a:cubicBezTo>
                    <a:pt x="14484620" y="1090594"/>
                    <a:pt x="15128591" y="785489"/>
                    <a:pt x="15800075" y="553416"/>
                  </a:cubicBezTo>
                  <a:cubicBezTo>
                    <a:pt x="17132718" y="95264"/>
                    <a:pt x="18565278" y="-72281"/>
                    <a:pt x="19967262" y="73928"/>
                  </a:cubicBezTo>
                  <a:cubicBezTo>
                    <a:pt x="20154778" y="93550"/>
                    <a:pt x="20341594" y="118950"/>
                    <a:pt x="20527714" y="150128"/>
                  </a:cubicBezTo>
                  <a:cubicBezTo>
                    <a:pt x="20542762" y="152509"/>
                    <a:pt x="20549144" y="129649"/>
                    <a:pt x="20534096" y="127078"/>
                  </a:cubicBezTo>
                  <a:cubicBezTo>
                    <a:pt x="19150398" y="-100379"/>
                    <a:pt x="17722602" y="-20750"/>
                    <a:pt x="16371099" y="351963"/>
                  </a:cubicBezTo>
                  <a:cubicBezTo>
                    <a:pt x="15701031" y="536277"/>
                    <a:pt x="15052888" y="792596"/>
                    <a:pt x="14438000" y="1116439"/>
                  </a:cubicBezTo>
                  <a:cubicBezTo>
                    <a:pt x="13832591" y="1436003"/>
                    <a:pt x="13269378" y="1826528"/>
                    <a:pt x="12705688" y="2213243"/>
                  </a:cubicBezTo>
                  <a:cubicBezTo>
                    <a:pt x="12153905" y="2591291"/>
                    <a:pt x="11597645" y="2968576"/>
                    <a:pt x="10997094" y="3266137"/>
                  </a:cubicBezTo>
                  <a:cubicBezTo>
                    <a:pt x="10336344" y="3593511"/>
                    <a:pt x="9633590" y="3795155"/>
                    <a:pt x="8895879" y="3839256"/>
                  </a:cubicBezTo>
                  <a:cubicBezTo>
                    <a:pt x="7351972" y="3931649"/>
                    <a:pt x="5861118" y="3441302"/>
                    <a:pt x="4360264" y="3165934"/>
                  </a:cubicBezTo>
                  <a:cubicBezTo>
                    <a:pt x="3077532" y="2930571"/>
                    <a:pt x="1678215" y="2823605"/>
                    <a:pt x="453585" y="3361101"/>
                  </a:cubicBezTo>
                  <a:cubicBezTo>
                    <a:pt x="299615" y="3429030"/>
                    <a:pt x="150092" y="3506623"/>
                    <a:pt x="5910" y="3593416"/>
                  </a:cubicBezTo>
                  <a:cubicBezTo>
                    <a:pt x="229" y="3596730"/>
                    <a:pt x="-1690" y="3604022"/>
                    <a:pt x="1625" y="3609704"/>
                  </a:cubicBezTo>
                  <a:cubicBezTo>
                    <a:pt x="4938" y="3615385"/>
                    <a:pt x="12231" y="3617304"/>
                    <a:pt x="17912" y="3613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3" name="Freeform 173">
              <a:extLst>
                <a:ext uri="{FF2B5EF4-FFF2-40B4-BE49-F238E27FC236}">
                  <a16:creationId xmlns:a16="http://schemas.microsoft.com/office/drawing/2014/main" id="{254B31AE-4087-8318-A1CE-D71341E156AA}"/>
                </a:ext>
              </a:extLst>
            </p:cNvPr>
            <p:cNvSpPr/>
            <p:nvPr/>
          </p:nvSpPr>
          <p:spPr>
            <a:xfrm>
              <a:off x="-1049093" y="-163208"/>
              <a:ext cx="9316875" cy="1819901"/>
            </a:xfrm>
            <a:custGeom>
              <a:avLst/>
              <a:gdLst>
                <a:gd name="connsiteX0" fmla="*/ 15018 w 20539253"/>
                <a:gd name="connsiteY0" fmla="*/ 3622467 h 4012011"/>
                <a:gd name="connsiteX1" fmla="*/ 4096195 w 20539253"/>
                <a:gd name="connsiteY1" fmla="*/ 3152599 h 4012011"/>
                <a:gd name="connsiteX2" fmla="*/ 6294089 w 20539253"/>
                <a:gd name="connsiteY2" fmla="*/ 3640565 h 4012011"/>
                <a:gd name="connsiteX3" fmla="*/ 8537416 w 20539253"/>
                <a:gd name="connsiteY3" fmla="*/ 4009468 h 4012011"/>
                <a:gd name="connsiteX4" fmla="*/ 10549763 w 20539253"/>
                <a:gd name="connsiteY4" fmla="*/ 3635802 h 4012011"/>
                <a:gd name="connsiteX5" fmla="*/ 12209875 w 20539253"/>
                <a:gd name="connsiteY5" fmla="*/ 2609198 h 4012011"/>
                <a:gd name="connsiteX6" fmla="*/ 13810837 w 20539253"/>
                <a:gd name="connsiteY6" fmla="*/ 1444957 h 4012011"/>
                <a:gd name="connsiteX7" fmla="*/ 15731458 w 20539253"/>
                <a:gd name="connsiteY7" fmla="*/ 529223 h 4012011"/>
                <a:gd name="connsiteX8" fmla="*/ 19970084 w 20539253"/>
                <a:gd name="connsiteY8" fmla="*/ 81548 h 4012011"/>
                <a:gd name="connsiteX9" fmla="*/ 20525106 w 20539253"/>
                <a:gd name="connsiteY9" fmla="*/ 157748 h 4012011"/>
                <a:gd name="connsiteX10" fmla="*/ 20531106 w 20539253"/>
                <a:gd name="connsiteY10" fmla="*/ 136031 h 4012011"/>
                <a:gd name="connsiteX11" fmla="*/ 16314579 w 20539253"/>
                <a:gd name="connsiteY11" fmla="*/ 329960 h 4012011"/>
                <a:gd name="connsiteX12" fmla="*/ 14353191 w 20539253"/>
                <a:gd name="connsiteY12" fmla="*/ 1100057 h 4012011"/>
                <a:gd name="connsiteX13" fmla="*/ 12686316 w 20539253"/>
                <a:gd name="connsiteY13" fmla="*/ 2222864 h 4012011"/>
                <a:gd name="connsiteX14" fmla="*/ 11049159 w 20539253"/>
                <a:gd name="connsiteY14" fmla="*/ 3358148 h 4012011"/>
                <a:gd name="connsiteX15" fmla="*/ 9042622 w 20539253"/>
                <a:gd name="connsiteY15" fmla="*/ 3979941 h 4012011"/>
                <a:gd name="connsiteX16" fmla="*/ 6695663 w 20539253"/>
                <a:gd name="connsiteY16" fmla="*/ 3713241 h 4012011"/>
                <a:gd name="connsiteX17" fmla="*/ 4459288 w 20539253"/>
                <a:gd name="connsiteY17" fmla="*/ 3195080 h 4012011"/>
                <a:gd name="connsiteX18" fmla="*/ 451644 w 20539253"/>
                <a:gd name="connsiteY18" fmla="*/ 3370721 h 4012011"/>
                <a:gd name="connsiteX19" fmla="*/ 3969 w 20539253"/>
                <a:gd name="connsiteY19" fmla="*/ 3603036 h 4012011"/>
                <a:gd name="connsiteX20" fmla="*/ 2669 w 20539253"/>
                <a:gd name="connsiteY20" fmla="*/ 3618878 h 4012011"/>
                <a:gd name="connsiteX21" fmla="*/ 15304 w 20539253"/>
                <a:gd name="connsiteY21" fmla="*/ 3622086 h 401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9253" h="4012011">
                  <a:moveTo>
                    <a:pt x="15018" y="3622467"/>
                  </a:moveTo>
                  <a:cubicBezTo>
                    <a:pt x="1241076" y="2887137"/>
                    <a:pt x="2732024" y="2926571"/>
                    <a:pt x="4096195" y="3152599"/>
                  </a:cubicBezTo>
                  <a:cubicBezTo>
                    <a:pt x="4837716" y="3275471"/>
                    <a:pt x="5564474" y="3462828"/>
                    <a:pt x="6294089" y="3640565"/>
                  </a:cubicBezTo>
                  <a:cubicBezTo>
                    <a:pt x="7030085" y="3819921"/>
                    <a:pt x="7777417" y="3985560"/>
                    <a:pt x="8537416" y="4009468"/>
                  </a:cubicBezTo>
                  <a:cubicBezTo>
                    <a:pt x="9231027" y="4030994"/>
                    <a:pt x="9913684" y="3916694"/>
                    <a:pt x="10549763" y="3635802"/>
                  </a:cubicBezTo>
                  <a:cubicBezTo>
                    <a:pt x="11146981" y="3371864"/>
                    <a:pt x="11687429" y="2996770"/>
                    <a:pt x="12209875" y="2609198"/>
                  </a:cubicBezTo>
                  <a:cubicBezTo>
                    <a:pt x="12739656" y="2216101"/>
                    <a:pt x="13255339" y="1802144"/>
                    <a:pt x="13810837" y="1444957"/>
                  </a:cubicBezTo>
                  <a:cubicBezTo>
                    <a:pt x="14408817" y="1060433"/>
                    <a:pt x="15058612" y="756490"/>
                    <a:pt x="15731458" y="529223"/>
                  </a:cubicBezTo>
                  <a:cubicBezTo>
                    <a:pt x="17088676" y="71071"/>
                    <a:pt x="18547810" y="-73614"/>
                    <a:pt x="19970084" y="81548"/>
                  </a:cubicBezTo>
                  <a:cubicBezTo>
                    <a:pt x="20155820" y="101805"/>
                    <a:pt x="20340828" y="127205"/>
                    <a:pt x="20525106" y="157748"/>
                  </a:cubicBezTo>
                  <a:cubicBezTo>
                    <a:pt x="20539298" y="160034"/>
                    <a:pt x="20545394" y="138698"/>
                    <a:pt x="20531106" y="136031"/>
                  </a:cubicBezTo>
                  <a:cubicBezTo>
                    <a:pt x="19132360" y="-93331"/>
                    <a:pt x="17685988" y="-35228"/>
                    <a:pt x="16314579" y="329960"/>
                  </a:cubicBezTo>
                  <a:cubicBezTo>
                    <a:pt x="15633268" y="510147"/>
                    <a:pt x="14975095" y="768564"/>
                    <a:pt x="14353191" y="1100057"/>
                  </a:cubicBezTo>
                  <a:cubicBezTo>
                    <a:pt x="13760355" y="1417525"/>
                    <a:pt x="13221049" y="1818051"/>
                    <a:pt x="12686316" y="2222864"/>
                  </a:cubicBezTo>
                  <a:cubicBezTo>
                    <a:pt x="12156726" y="2623295"/>
                    <a:pt x="11627993" y="3030869"/>
                    <a:pt x="11049159" y="3358148"/>
                  </a:cubicBezTo>
                  <a:cubicBezTo>
                    <a:pt x="10427081" y="3710097"/>
                    <a:pt x="9758998" y="3935364"/>
                    <a:pt x="9042622" y="3979941"/>
                  </a:cubicBezTo>
                  <a:cubicBezTo>
                    <a:pt x="8252048" y="4029089"/>
                    <a:pt x="7463568" y="3888977"/>
                    <a:pt x="6695663" y="3713241"/>
                  </a:cubicBezTo>
                  <a:cubicBezTo>
                    <a:pt x="5949570" y="3541791"/>
                    <a:pt x="5211763" y="3337955"/>
                    <a:pt x="4459288" y="3195080"/>
                  </a:cubicBezTo>
                  <a:cubicBezTo>
                    <a:pt x="3146457" y="2945144"/>
                    <a:pt x="1708086" y="2819224"/>
                    <a:pt x="451644" y="3370721"/>
                  </a:cubicBezTo>
                  <a:cubicBezTo>
                    <a:pt x="297673" y="3438651"/>
                    <a:pt x="148151" y="3516244"/>
                    <a:pt x="3969" y="3603036"/>
                  </a:cubicBezTo>
                  <a:cubicBezTo>
                    <a:pt x="-765" y="3607052"/>
                    <a:pt x="-1347" y="3614145"/>
                    <a:pt x="2669" y="3618878"/>
                  </a:cubicBezTo>
                  <a:cubicBezTo>
                    <a:pt x="5766" y="3622530"/>
                    <a:pt x="10838" y="3623818"/>
                    <a:pt x="15304" y="36220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4" name="Freeform 174">
              <a:extLst>
                <a:ext uri="{FF2B5EF4-FFF2-40B4-BE49-F238E27FC236}">
                  <a16:creationId xmlns:a16="http://schemas.microsoft.com/office/drawing/2014/main" id="{41912198-9E2A-6EF4-14FC-B7A99A03EBC2}"/>
                </a:ext>
              </a:extLst>
            </p:cNvPr>
            <p:cNvSpPr/>
            <p:nvPr/>
          </p:nvSpPr>
          <p:spPr>
            <a:xfrm>
              <a:off x="-1047731" y="-316830"/>
              <a:ext cx="9317282" cy="1885909"/>
            </a:xfrm>
            <a:custGeom>
              <a:avLst/>
              <a:gdLst>
                <a:gd name="connsiteX0" fmla="*/ 15920 w 20540149"/>
                <a:gd name="connsiteY0" fmla="*/ 3632043 h 4157527"/>
                <a:gd name="connsiteX1" fmla="*/ 4199968 w 20540149"/>
                <a:gd name="connsiteY1" fmla="*/ 3179510 h 4157527"/>
                <a:gd name="connsiteX2" fmla="*/ 6407958 w 20540149"/>
                <a:gd name="connsiteY2" fmla="*/ 3712338 h 4157527"/>
                <a:gd name="connsiteX3" fmla="*/ 8663573 w 20540149"/>
                <a:gd name="connsiteY3" fmla="*/ 4153632 h 4157527"/>
                <a:gd name="connsiteX4" fmla="*/ 10611340 w 20540149"/>
                <a:gd name="connsiteY4" fmla="*/ 3749295 h 4157527"/>
                <a:gd name="connsiteX5" fmla="*/ 12173917 w 20540149"/>
                <a:gd name="connsiteY5" fmla="*/ 2670970 h 4157527"/>
                <a:gd name="connsiteX6" fmla="*/ 13728301 w 20540149"/>
                <a:gd name="connsiteY6" fmla="*/ 1442245 h 4157527"/>
                <a:gd name="connsiteX7" fmla="*/ 15625586 w 20540149"/>
                <a:gd name="connsiteY7" fmla="*/ 518987 h 4157527"/>
                <a:gd name="connsiteX8" fmla="*/ 19956890 w 20540149"/>
                <a:gd name="connsiteY8" fmla="*/ 88552 h 4157527"/>
                <a:gd name="connsiteX9" fmla="*/ 20526866 w 20540149"/>
                <a:gd name="connsiteY9" fmla="*/ 167895 h 4157527"/>
                <a:gd name="connsiteX10" fmla="*/ 20532484 w 20540149"/>
                <a:gd name="connsiteY10" fmla="*/ 147512 h 4157527"/>
                <a:gd name="connsiteX11" fmla="*/ 16223375 w 20540149"/>
                <a:gd name="connsiteY11" fmla="*/ 318105 h 4157527"/>
                <a:gd name="connsiteX12" fmla="*/ 14228173 w 20540149"/>
                <a:gd name="connsiteY12" fmla="*/ 1109251 h 4157527"/>
                <a:gd name="connsiteX13" fmla="*/ 12676456 w 20540149"/>
                <a:gd name="connsiteY13" fmla="*/ 2228058 h 4157527"/>
                <a:gd name="connsiteX14" fmla="*/ 11088733 w 20540149"/>
                <a:gd name="connsiteY14" fmla="*/ 3452211 h 4157527"/>
                <a:gd name="connsiteX15" fmla="*/ 9155158 w 20540149"/>
                <a:gd name="connsiteY15" fmla="*/ 4127343 h 4157527"/>
                <a:gd name="connsiteX16" fmla="*/ 6835250 w 20540149"/>
                <a:gd name="connsiteY16" fmla="*/ 3808160 h 4157527"/>
                <a:gd name="connsiteX17" fmla="*/ 4578491 w 20540149"/>
                <a:gd name="connsiteY17" fmla="*/ 3228278 h 4157527"/>
                <a:gd name="connsiteX18" fmla="*/ 468264 w 20540149"/>
                <a:gd name="connsiteY18" fmla="*/ 3374772 h 4157527"/>
                <a:gd name="connsiteX19" fmla="*/ 5254 w 20540149"/>
                <a:gd name="connsiteY19" fmla="*/ 3613755 h 4157527"/>
                <a:gd name="connsiteX20" fmla="*/ 1443 w 20540149"/>
                <a:gd name="connsiteY20" fmla="*/ 3628232 h 4157527"/>
                <a:gd name="connsiteX21" fmla="*/ 15921 w 20540149"/>
                <a:gd name="connsiteY21" fmla="*/ 3632042 h 415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40149" h="4157527">
                  <a:moveTo>
                    <a:pt x="15920" y="3632043"/>
                  </a:moveTo>
                  <a:cubicBezTo>
                    <a:pt x="1273220" y="2878044"/>
                    <a:pt x="2805412" y="2938146"/>
                    <a:pt x="4199968" y="3179510"/>
                  </a:cubicBezTo>
                  <a:cubicBezTo>
                    <a:pt x="4948728" y="3309050"/>
                    <a:pt x="5677200" y="3506884"/>
                    <a:pt x="6407958" y="3712338"/>
                  </a:cubicBezTo>
                  <a:cubicBezTo>
                    <a:pt x="7144907" y="3919507"/>
                    <a:pt x="7894715" y="4121913"/>
                    <a:pt x="8663573" y="4153632"/>
                  </a:cubicBezTo>
                  <a:cubicBezTo>
                    <a:pt x="9342325" y="4182207"/>
                    <a:pt x="10003264" y="4054191"/>
                    <a:pt x="10611340" y="3749295"/>
                  </a:cubicBezTo>
                  <a:cubicBezTo>
                    <a:pt x="11178935" y="3464784"/>
                    <a:pt x="11684808" y="3071496"/>
                    <a:pt x="12173917" y="2670970"/>
                  </a:cubicBezTo>
                  <a:cubicBezTo>
                    <a:pt x="12684933" y="2252918"/>
                    <a:pt x="13182043" y="1814387"/>
                    <a:pt x="13728301" y="1442245"/>
                  </a:cubicBezTo>
                  <a:cubicBezTo>
                    <a:pt x="14310469" y="1045148"/>
                    <a:pt x="14958741" y="743777"/>
                    <a:pt x="15625586" y="518987"/>
                  </a:cubicBezTo>
                  <a:cubicBezTo>
                    <a:pt x="17012616" y="51214"/>
                    <a:pt x="18505852" y="-74230"/>
                    <a:pt x="19956890" y="88552"/>
                  </a:cubicBezTo>
                  <a:cubicBezTo>
                    <a:pt x="20147390" y="110015"/>
                    <a:pt x="20337382" y="136463"/>
                    <a:pt x="20526866" y="167895"/>
                  </a:cubicBezTo>
                  <a:cubicBezTo>
                    <a:pt x="20540200" y="170086"/>
                    <a:pt x="20545916" y="149703"/>
                    <a:pt x="20532484" y="147512"/>
                  </a:cubicBezTo>
                  <a:cubicBezTo>
                    <a:pt x="19104784" y="-88041"/>
                    <a:pt x="17625836" y="-48798"/>
                    <a:pt x="16223375" y="318105"/>
                  </a:cubicBezTo>
                  <a:cubicBezTo>
                    <a:pt x="15529574" y="499651"/>
                    <a:pt x="14856157" y="762160"/>
                    <a:pt x="14228173" y="1109251"/>
                  </a:cubicBezTo>
                  <a:cubicBezTo>
                    <a:pt x="13667913" y="1419004"/>
                    <a:pt x="13168041" y="1821054"/>
                    <a:pt x="12676456" y="2228058"/>
                  </a:cubicBezTo>
                  <a:cubicBezTo>
                    <a:pt x="12162106" y="2653920"/>
                    <a:pt x="11653185" y="3092547"/>
                    <a:pt x="11088733" y="3452211"/>
                  </a:cubicBezTo>
                  <a:cubicBezTo>
                    <a:pt x="10498183" y="3828258"/>
                    <a:pt x="9858675" y="4080289"/>
                    <a:pt x="9155158" y="4127343"/>
                  </a:cubicBezTo>
                  <a:cubicBezTo>
                    <a:pt x="8369727" y="4179826"/>
                    <a:pt x="7589439" y="4009804"/>
                    <a:pt x="6835250" y="3808160"/>
                  </a:cubicBezTo>
                  <a:cubicBezTo>
                    <a:pt x="6084108" y="3607659"/>
                    <a:pt x="5342491" y="3379059"/>
                    <a:pt x="4578491" y="3228278"/>
                  </a:cubicBezTo>
                  <a:cubicBezTo>
                    <a:pt x="3235466" y="2963674"/>
                    <a:pt x="1759091" y="2814798"/>
                    <a:pt x="468264" y="3374772"/>
                  </a:cubicBezTo>
                  <a:cubicBezTo>
                    <a:pt x="308876" y="3444240"/>
                    <a:pt x="154207" y="3524072"/>
                    <a:pt x="5254" y="3613755"/>
                  </a:cubicBezTo>
                  <a:cubicBezTo>
                    <a:pt x="204" y="3616700"/>
                    <a:pt x="-1502" y="3623182"/>
                    <a:pt x="1443" y="3628232"/>
                  </a:cubicBezTo>
                  <a:cubicBezTo>
                    <a:pt x="4390" y="3633282"/>
                    <a:pt x="10871" y="3634988"/>
                    <a:pt x="15921" y="36320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5" name="Freeform 175">
              <a:extLst>
                <a:ext uri="{FF2B5EF4-FFF2-40B4-BE49-F238E27FC236}">
                  <a16:creationId xmlns:a16="http://schemas.microsoft.com/office/drawing/2014/main" id="{86B187EA-96CD-8B2B-2F11-9CB077425E1B}"/>
                </a:ext>
              </a:extLst>
            </p:cNvPr>
            <p:cNvSpPr/>
            <p:nvPr/>
          </p:nvSpPr>
          <p:spPr>
            <a:xfrm>
              <a:off x="-1045650" y="-470934"/>
              <a:ext cx="9316796" cy="1954225"/>
            </a:xfrm>
            <a:custGeom>
              <a:avLst/>
              <a:gdLst>
                <a:gd name="connsiteX0" fmla="*/ 15428 w 20539078"/>
                <a:gd name="connsiteY0" fmla="*/ 3642584 h 4308131"/>
                <a:gd name="connsiteX1" fmla="*/ 4319109 w 20539078"/>
                <a:gd name="connsiteY1" fmla="*/ 3211102 h 4308131"/>
                <a:gd name="connsiteX2" fmla="*/ 6538434 w 20539078"/>
                <a:gd name="connsiteY2" fmla="*/ 3800128 h 4308131"/>
                <a:gd name="connsiteX3" fmla="*/ 8753377 w 20539078"/>
                <a:gd name="connsiteY3" fmla="*/ 4302857 h 4308131"/>
                <a:gd name="connsiteX4" fmla="*/ 10635803 w 20539078"/>
                <a:gd name="connsiteY4" fmla="*/ 3875661 h 4308131"/>
                <a:gd name="connsiteX5" fmla="*/ 12148659 w 20539078"/>
                <a:gd name="connsiteY5" fmla="*/ 2726184 h 4308131"/>
                <a:gd name="connsiteX6" fmla="*/ 13640940 w 20539078"/>
                <a:gd name="connsiteY6" fmla="*/ 1447071 h 4308131"/>
                <a:gd name="connsiteX7" fmla="*/ 15519175 w 20539078"/>
                <a:gd name="connsiteY7" fmla="*/ 507906 h 4308131"/>
                <a:gd name="connsiteX8" fmla="*/ 19941348 w 20539078"/>
                <a:gd name="connsiteY8" fmla="*/ 96141 h 4308131"/>
                <a:gd name="connsiteX9" fmla="*/ 20526658 w 20539078"/>
                <a:gd name="connsiteY9" fmla="*/ 178437 h 4308131"/>
                <a:gd name="connsiteX10" fmla="*/ 20531898 w 20539078"/>
                <a:gd name="connsiteY10" fmla="*/ 159387 h 4308131"/>
                <a:gd name="connsiteX11" fmla="*/ 16131347 w 20539078"/>
                <a:gd name="connsiteY11" fmla="*/ 305786 h 4308131"/>
                <a:gd name="connsiteX12" fmla="*/ 14094997 w 20539078"/>
                <a:gd name="connsiteY12" fmla="*/ 1125603 h 4308131"/>
                <a:gd name="connsiteX13" fmla="*/ 12620718 w 20539078"/>
                <a:gd name="connsiteY13" fmla="*/ 2273841 h 4308131"/>
                <a:gd name="connsiteX14" fmla="*/ 9264203 w 20539078"/>
                <a:gd name="connsiteY14" fmla="*/ 4277711 h 4308131"/>
                <a:gd name="connsiteX15" fmla="*/ 6951152 w 20539078"/>
                <a:gd name="connsiteY15" fmla="*/ 3909855 h 4308131"/>
                <a:gd name="connsiteX16" fmla="*/ 4678773 w 20539078"/>
                <a:gd name="connsiteY16" fmla="*/ 3260250 h 4308131"/>
                <a:gd name="connsiteX17" fmla="*/ 483391 w 20539078"/>
                <a:gd name="connsiteY17" fmla="*/ 3379980 h 4308131"/>
                <a:gd name="connsiteX18" fmla="*/ 5046 w 20539078"/>
                <a:gd name="connsiteY18" fmla="*/ 3625534 h 4308131"/>
                <a:gd name="connsiteX19" fmla="*/ 1236 w 20539078"/>
                <a:gd name="connsiteY19" fmla="*/ 3638869 h 4308131"/>
                <a:gd name="connsiteX20" fmla="*/ 14571 w 20539078"/>
                <a:gd name="connsiteY20" fmla="*/ 3642679 h 430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539078" h="4308131">
                  <a:moveTo>
                    <a:pt x="15428" y="3642584"/>
                  </a:moveTo>
                  <a:cubicBezTo>
                    <a:pt x="1308733" y="2866963"/>
                    <a:pt x="2889597" y="2952021"/>
                    <a:pt x="4319109" y="3211102"/>
                  </a:cubicBezTo>
                  <a:cubicBezTo>
                    <a:pt x="5077490" y="3348547"/>
                    <a:pt x="5805676" y="3564765"/>
                    <a:pt x="6538434" y="3800128"/>
                  </a:cubicBezTo>
                  <a:cubicBezTo>
                    <a:pt x="7258238" y="4031299"/>
                    <a:pt x="7993282" y="4262662"/>
                    <a:pt x="8753377" y="4302857"/>
                  </a:cubicBezTo>
                  <a:cubicBezTo>
                    <a:pt x="9416603" y="4337909"/>
                    <a:pt x="10055349" y="4198558"/>
                    <a:pt x="10635803" y="3875661"/>
                  </a:cubicBezTo>
                  <a:cubicBezTo>
                    <a:pt x="11191015" y="3567146"/>
                    <a:pt x="11677552" y="3147951"/>
                    <a:pt x="12148659" y="2726184"/>
                  </a:cubicBezTo>
                  <a:cubicBezTo>
                    <a:pt x="12636434" y="2289462"/>
                    <a:pt x="13110684" y="1833405"/>
                    <a:pt x="13640940" y="1447071"/>
                  </a:cubicBezTo>
                  <a:cubicBezTo>
                    <a:pt x="14208154" y="1033591"/>
                    <a:pt x="14855759" y="731934"/>
                    <a:pt x="15519175" y="507906"/>
                  </a:cubicBezTo>
                  <a:cubicBezTo>
                    <a:pt x="16934590" y="29942"/>
                    <a:pt x="18462400" y="-74357"/>
                    <a:pt x="19941348" y="96141"/>
                  </a:cubicBezTo>
                  <a:cubicBezTo>
                    <a:pt x="20137372" y="118334"/>
                    <a:pt x="20332252" y="146909"/>
                    <a:pt x="20526658" y="178437"/>
                  </a:cubicBezTo>
                  <a:cubicBezTo>
                    <a:pt x="20539136" y="180532"/>
                    <a:pt x="20544470" y="161387"/>
                    <a:pt x="20531898" y="159387"/>
                  </a:cubicBezTo>
                  <a:cubicBezTo>
                    <a:pt x="19075810" y="-80739"/>
                    <a:pt x="17564382" y="-63213"/>
                    <a:pt x="16131347" y="305786"/>
                  </a:cubicBezTo>
                  <a:cubicBezTo>
                    <a:pt x="15421639" y="488475"/>
                    <a:pt x="14729934" y="757938"/>
                    <a:pt x="14094997" y="1125603"/>
                  </a:cubicBezTo>
                  <a:cubicBezTo>
                    <a:pt x="13554739" y="1438404"/>
                    <a:pt x="13082490" y="1857694"/>
                    <a:pt x="12620718" y="2273841"/>
                  </a:cubicBezTo>
                  <a:cubicBezTo>
                    <a:pt x="11650692" y="3147284"/>
                    <a:pt x="10638756" y="4169888"/>
                    <a:pt x="9264203" y="4277711"/>
                  </a:cubicBezTo>
                  <a:cubicBezTo>
                    <a:pt x="8476866" y="4339528"/>
                    <a:pt x="7697341" y="4139503"/>
                    <a:pt x="6951152" y="3909855"/>
                  </a:cubicBezTo>
                  <a:cubicBezTo>
                    <a:pt x="6196486" y="3677636"/>
                    <a:pt x="5454203" y="3417508"/>
                    <a:pt x="4678773" y="3260250"/>
                  </a:cubicBezTo>
                  <a:cubicBezTo>
                    <a:pt x="3311554" y="2983073"/>
                    <a:pt x="1802794" y="2813814"/>
                    <a:pt x="483391" y="3379980"/>
                  </a:cubicBezTo>
                  <a:cubicBezTo>
                    <a:pt x="318608" y="3450995"/>
                    <a:pt x="158798" y="3533032"/>
                    <a:pt x="5046" y="3625534"/>
                  </a:cubicBezTo>
                  <a:cubicBezTo>
                    <a:pt x="311" y="3628165"/>
                    <a:pt x="-1394" y="3634135"/>
                    <a:pt x="1236" y="3638869"/>
                  </a:cubicBezTo>
                  <a:cubicBezTo>
                    <a:pt x="3866" y="3643604"/>
                    <a:pt x="9836" y="3645309"/>
                    <a:pt x="14571" y="36426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6" name="Freeform 176">
              <a:extLst>
                <a:ext uri="{FF2B5EF4-FFF2-40B4-BE49-F238E27FC236}">
                  <a16:creationId xmlns:a16="http://schemas.microsoft.com/office/drawing/2014/main" id="{15871D7E-904A-26F0-22CD-7CF09417C0BA}"/>
                </a:ext>
              </a:extLst>
            </p:cNvPr>
            <p:cNvSpPr/>
            <p:nvPr/>
          </p:nvSpPr>
          <p:spPr>
            <a:xfrm>
              <a:off x="-1042449" y="-625723"/>
              <a:ext cx="9315206" cy="2024804"/>
            </a:xfrm>
            <a:custGeom>
              <a:avLst/>
              <a:gdLst>
                <a:gd name="connsiteX0" fmla="*/ 11991 w 20535573"/>
                <a:gd name="connsiteY0" fmla="*/ 3654826 h 4463725"/>
                <a:gd name="connsiteX1" fmla="*/ 4434829 w 20535573"/>
                <a:gd name="connsiteY1" fmla="*/ 3245251 h 4463725"/>
                <a:gd name="connsiteX2" fmla="*/ 5549254 w 20535573"/>
                <a:gd name="connsiteY2" fmla="*/ 3511951 h 4463725"/>
                <a:gd name="connsiteX3" fmla="*/ 6666823 w 20535573"/>
                <a:gd name="connsiteY3" fmla="*/ 3901429 h 4463725"/>
                <a:gd name="connsiteX4" fmla="*/ 8846904 w 20535573"/>
                <a:gd name="connsiteY4" fmla="*/ 4458546 h 4463725"/>
                <a:gd name="connsiteX5" fmla="*/ 10656654 w 20535573"/>
                <a:gd name="connsiteY5" fmla="*/ 4000679 h 4463725"/>
                <a:gd name="connsiteX6" fmla="*/ 12099501 w 20535573"/>
                <a:gd name="connsiteY6" fmla="*/ 2805101 h 4463725"/>
                <a:gd name="connsiteX7" fmla="*/ 13512440 w 20535573"/>
                <a:gd name="connsiteY7" fmla="*/ 1490651 h 4463725"/>
                <a:gd name="connsiteX8" fmla="*/ 15379340 w 20535573"/>
                <a:gd name="connsiteY8" fmla="*/ 509005 h 4463725"/>
                <a:gd name="connsiteX9" fmla="*/ 19941528 w 20535573"/>
                <a:gd name="connsiteY9" fmla="*/ 107145 h 4463725"/>
                <a:gd name="connsiteX10" fmla="*/ 20523888 w 20535573"/>
                <a:gd name="connsiteY10" fmla="*/ 190584 h 4463725"/>
                <a:gd name="connsiteX11" fmla="*/ 20528840 w 20535573"/>
                <a:gd name="connsiteY11" fmla="*/ 172677 h 4463725"/>
                <a:gd name="connsiteX12" fmla="*/ 16003037 w 20535573"/>
                <a:gd name="connsiteY12" fmla="*/ 302026 h 4463725"/>
                <a:gd name="connsiteX13" fmla="*/ 13975164 w 20535573"/>
                <a:gd name="connsiteY13" fmla="*/ 1137750 h 4463725"/>
                <a:gd name="connsiteX14" fmla="*/ 12549748 w 20535573"/>
                <a:gd name="connsiteY14" fmla="*/ 2338472 h 4463725"/>
                <a:gd name="connsiteX15" fmla="*/ 9335632 w 20535573"/>
                <a:gd name="connsiteY15" fmla="*/ 4433400 h 4463725"/>
                <a:gd name="connsiteX16" fmla="*/ 7078207 w 20535573"/>
                <a:gd name="connsiteY16" fmla="*/ 4028492 h 4463725"/>
                <a:gd name="connsiteX17" fmla="*/ 4826974 w 20535573"/>
                <a:gd name="connsiteY17" fmla="*/ 3304592 h 4463725"/>
                <a:gd name="connsiteX18" fmla="*/ 496813 w 20535573"/>
                <a:gd name="connsiteY18" fmla="*/ 3386507 h 4463725"/>
                <a:gd name="connsiteX19" fmla="*/ 3038 w 20535573"/>
                <a:gd name="connsiteY19" fmla="*/ 3638634 h 4463725"/>
                <a:gd name="connsiteX20" fmla="*/ 2551 w 20535573"/>
                <a:gd name="connsiteY20" fmla="*/ 3652096 h 4463725"/>
                <a:gd name="connsiteX21" fmla="*/ 12563 w 20535573"/>
                <a:gd name="connsiteY21" fmla="*/ 3654636 h 446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5573" h="4463725">
                  <a:moveTo>
                    <a:pt x="11991" y="3654826"/>
                  </a:moveTo>
                  <a:cubicBezTo>
                    <a:pt x="1341205" y="2857584"/>
                    <a:pt x="2970742" y="2969026"/>
                    <a:pt x="4434829" y="3245251"/>
                  </a:cubicBezTo>
                  <a:cubicBezTo>
                    <a:pt x="4811067" y="3316308"/>
                    <a:pt x="5183494" y="3398509"/>
                    <a:pt x="5549254" y="3511951"/>
                  </a:cubicBezTo>
                  <a:cubicBezTo>
                    <a:pt x="5926158" y="3628823"/>
                    <a:pt x="6296014" y="3766745"/>
                    <a:pt x="6666823" y="3901429"/>
                  </a:cubicBezTo>
                  <a:cubicBezTo>
                    <a:pt x="7370244" y="4157175"/>
                    <a:pt x="8093096" y="4415779"/>
                    <a:pt x="8846904" y="4458546"/>
                  </a:cubicBezTo>
                  <a:cubicBezTo>
                    <a:pt x="9494604" y="4495027"/>
                    <a:pt x="10105062" y="4338436"/>
                    <a:pt x="10656654" y="4000679"/>
                  </a:cubicBezTo>
                  <a:cubicBezTo>
                    <a:pt x="11190721" y="3673591"/>
                    <a:pt x="11652303" y="3239346"/>
                    <a:pt x="12099501" y="2805101"/>
                  </a:cubicBezTo>
                  <a:cubicBezTo>
                    <a:pt x="12560702" y="2357426"/>
                    <a:pt x="13008663" y="1891177"/>
                    <a:pt x="13512440" y="1490651"/>
                  </a:cubicBezTo>
                  <a:cubicBezTo>
                    <a:pt x="14066604" y="1049739"/>
                    <a:pt x="14711352" y="738652"/>
                    <a:pt x="15379340" y="509005"/>
                  </a:cubicBezTo>
                  <a:cubicBezTo>
                    <a:pt x="16837142" y="6942"/>
                    <a:pt x="18418482" y="-75259"/>
                    <a:pt x="19941528" y="107145"/>
                  </a:cubicBezTo>
                  <a:cubicBezTo>
                    <a:pt x="20136284" y="130449"/>
                    <a:pt x="20330404" y="158262"/>
                    <a:pt x="20523888" y="190584"/>
                  </a:cubicBezTo>
                  <a:cubicBezTo>
                    <a:pt x="20535604" y="192489"/>
                    <a:pt x="20540652" y="174677"/>
                    <a:pt x="20528840" y="172677"/>
                  </a:cubicBezTo>
                  <a:cubicBezTo>
                    <a:pt x="19033320" y="-73830"/>
                    <a:pt x="17477222" y="-78116"/>
                    <a:pt x="16003037" y="302026"/>
                  </a:cubicBezTo>
                  <a:cubicBezTo>
                    <a:pt x="15298187" y="483954"/>
                    <a:pt x="14595337" y="751892"/>
                    <a:pt x="13975164" y="1137750"/>
                  </a:cubicBezTo>
                  <a:cubicBezTo>
                    <a:pt x="13446622" y="1466553"/>
                    <a:pt x="12993042" y="1905655"/>
                    <a:pt x="12549748" y="2338472"/>
                  </a:cubicBezTo>
                  <a:cubicBezTo>
                    <a:pt x="11644873" y="3221820"/>
                    <a:pt x="10676943" y="4315576"/>
                    <a:pt x="9335632" y="4433400"/>
                  </a:cubicBezTo>
                  <a:cubicBezTo>
                    <a:pt x="8562583" y="4501218"/>
                    <a:pt x="7800012" y="4279667"/>
                    <a:pt x="7078207" y="4028492"/>
                  </a:cubicBezTo>
                  <a:cubicBezTo>
                    <a:pt x="6332876" y="3769222"/>
                    <a:pt x="5601832" y="3467946"/>
                    <a:pt x="4826974" y="3304592"/>
                  </a:cubicBezTo>
                  <a:cubicBezTo>
                    <a:pt x="3420417" y="3008365"/>
                    <a:pt x="1860793" y="2807959"/>
                    <a:pt x="496813" y="3386507"/>
                  </a:cubicBezTo>
                  <a:cubicBezTo>
                    <a:pt x="326580" y="3459009"/>
                    <a:pt x="161590" y="3543254"/>
                    <a:pt x="3038" y="3638634"/>
                  </a:cubicBezTo>
                  <a:cubicBezTo>
                    <a:pt x="-814" y="3642217"/>
                    <a:pt x="-1032" y="3648244"/>
                    <a:pt x="2551" y="3652096"/>
                  </a:cubicBezTo>
                  <a:cubicBezTo>
                    <a:pt x="5099" y="3654836"/>
                    <a:pt x="9016" y="3655830"/>
                    <a:pt x="12563" y="36546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7" name="Freeform 177">
              <a:extLst>
                <a:ext uri="{FF2B5EF4-FFF2-40B4-BE49-F238E27FC236}">
                  <a16:creationId xmlns:a16="http://schemas.microsoft.com/office/drawing/2014/main" id="{6E4AAE2F-3F35-681C-05E7-6C51C9B0A792}"/>
                </a:ext>
              </a:extLst>
            </p:cNvPr>
            <p:cNvSpPr/>
            <p:nvPr/>
          </p:nvSpPr>
          <p:spPr>
            <a:xfrm>
              <a:off x="-1041149" y="-781291"/>
              <a:ext cx="9315502" cy="2097015"/>
            </a:xfrm>
            <a:custGeom>
              <a:avLst/>
              <a:gdLst>
                <a:gd name="connsiteX0" fmla="*/ 12937 w 20536226"/>
                <a:gd name="connsiteY0" fmla="*/ 3668690 h 4622915"/>
                <a:gd name="connsiteX1" fmla="*/ 4571506 w 20536226"/>
                <a:gd name="connsiteY1" fmla="*/ 3285118 h 4622915"/>
                <a:gd name="connsiteX2" fmla="*/ 5686979 w 20536226"/>
                <a:gd name="connsiteY2" fmla="*/ 3579631 h 4622915"/>
                <a:gd name="connsiteX3" fmla="*/ 6771686 w 20536226"/>
                <a:gd name="connsiteY3" fmla="*/ 4004732 h 4622915"/>
                <a:gd name="connsiteX4" fmla="*/ 8919573 w 20536226"/>
                <a:gd name="connsiteY4" fmla="*/ 4617666 h 4622915"/>
                <a:gd name="connsiteX5" fmla="*/ 10658457 w 20536226"/>
                <a:gd name="connsiteY5" fmla="*/ 4138367 h 4622915"/>
                <a:gd name="connsiteX6" fmla="*/ 12058061 w 20536226"/>
                <a:gd name="connsiteY6" fmla="*/ 2886116 h 4622915"/>
                <a:gd name="connsiteX7" fmla="*/ 13427565 w 20536226"/>
                <a:gd name="connsiteY7" fmla="*/ 1512515 h 4622915"/>
                <a:gd name="connsiteX8" fmla="*/ 15259794 w 20536226"/>
                <a:gd name="connsiteY8" fmla="*/ 504389 h 4622915"/>
                <a:gd name="connsiteX9" fmla="*/ 19911042 w 20536226"/>
                <a:gd name="connsiteY9" fmla="*/ 115674 h 4622915"/>
                <a:gd name="connsiteX10" fmla="*/ 20525404 w 20536226"/>
                <a:gd name="connsiteY10" fmla="*/ 204352 h 4622915"/>
                <a:gd name="connsiteX11" fmla="*/ 20529976 w 20536226"/>
                <a:gd name="connsiteY11" fmla="*/ 187778 h 4622915"/>
                <a:gd name="connsiteX12" fmla="*/ 15896731 w 20536226"/>
                <a:gd name="connsiteY12" fmla="*/ 294077 h 4622915"/>
                <a:gd name="connsiteX13" fmla="*/ 13871907 w 20536226"/>
                <a:gd name="connsiteY13" fmla="*/ 1149232 h 4622915"/>
                <a:gd name="connsiteX14" fmla="*/ 12502307 w 20536226"/>
                <a:gd name="connsiteY14" fmla="*/ 2392340 h 4622915"/>
                <a:gd name="connsiteX15" fmla="*/ 11101465 w 20536226"/>
                <a:gd name="connsiteY15" fmla="*/ 3782990 h 4622915"/>
                <a:gd name="connsiteX16" fmla="*/ 9403539 w 20536226"/>
                <a:gd name="connsiteY16" fmla="*/ 4591567 h 4622915"/>
                <a:gd name="connsiteX17" fmla="*/ 7180023 w 20536226"/>
                <a:gd name="connsiteY17" fmla="*/ 4149607 h 4622915"/>
                <a:gd name="connsiteX18" fmla="*/ 4976128 w 20536226"/>
                <a:gd name="connsiteY18" fmla="*/ 3351983 h 4622915"/>
                <a:gd name="connsiteX19" fmla="*/ 513379 w 20536226"/>
                <a:gd name="connsiteY19" fmla="*/ 3395227 h 4622915"/>
                <a:gd name="connsiteX20" fmla="*/ 4269 w 20536226"/>
                <a:gd name="connsiteY20" fmla="*/ 3653831 h 4622915"/>
                <a:gd name="connsiteX21" fmla="*/ 1173 w 20536226"/>
                <a:gd name="connsiteY21" fmla="*/ 3665594 h 4622915"/>
                <a:gd name="connsiteX22" fmla="*/ 12937 w 20536226"/>
                <a:gd name="connsiteY22" fmla="*/ 3668690 h 462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536226" h="4622915">
                  <a:moveTo>
                    <a:pt x="12937" y="3668690"/>
                  </a:moveTo>
                  <a:cubicBezTo>
                    <a:pt x="1383393" y="2846777"/>
                    <a:pt x="3068175" y="2988890"/>
                    <a:pt x="4571506" y="3285118"/>
                  </a:cubicBezTo>
                  <a:cubicBezTo>
                    <a:pt x="4950792" y="3359889"/>
                    <a:pt x="5321695" y="3451805"/>
                    <a:pt x="5686979" y="3579631"/>
                  </a:cubicBezTo>
                  <a:cubicBezTo>
                    <a:pt x="6052263" y="3707456"/>
                    <a:pt x="6412117" y="3858142"/>
                    <a:pt x="6771686" y="4004732"/>
                  </a:cubicBezTo>
                  <a:cubicBezTo>
                    <a:pt x="7459010" y="4284957"/>
                    <a:pt x="8170432" y="4571850"/>
                    <a:pt x="8919573" y="4617666"/>
                  </a:cubicBezTo>
                  <a:cubicBezTo>
                    <a:pt x="9550319" y="4655766"/>
                    <a:pt x="10134773" y="4485554"/>
                    <a:pt x="10658457" y="4138367"/>
                  </a:cubicBezTo>
                  <a:cubicBezTo>
                    <a:pt x="11182142" y="3791181"/>
                    <a:pt x="11626674" y="3337791"/>
                    <a:pt x="12058061" y="2886116"/>
                  </a:cubicBezTo>
                  <a:cubicBezTo>
                    <a:pt x="12504212" y="2419391"/>
                    <a:pt x="12936456" y="1933616"/>
                    <a:pt x="13427565" y="1512515"/>
                  </a:cubicBezTo>
                  <a:cubicBezTo>
                    <a:pt x="13963918" y="1052363"/>
                    <a:pt x="14594759" y="736609"/>
                    <a:pt x="15259794" y="504389"/>
                  </a:cubicBezTo>
                  <a:cubicBezTo>
                    <a:pt x="16744361" y="-14057"/>
                    <a:pt x="18361040" y="-73302"/>
                    <a:pt x="19911042" y="115674"/>
                  </a:cubicBezTo>
                  <a:cubicBezTo>
                    <a:pt x="20116464" y="140756"/>
                    <a:pt x="20321252" y="170316"/>
                    <a:pt x="20525404" y="204352"/>
                  </a:cubicBezTo>
                  <a:cubicBezTo>
                    <a:pt x="20536264" y="206161"/>
                    <a:pt x="20540930" y="189588"/>
                    <a:pt x="20529976" y="187778"/>
                  </a:cubicBezTo>
                  <a:cubicBezTo>
                    <a:pt x="19001214" y="-64253"/>
                    <a:pt x="17405872" y="-94067"/>
                    <a:pt x="15896731" y="294077"/>
                  </a:cubicBezTo>
                  <a:cubicBezTo>
                    <a:pt x="15193786" y="475052"/>
                    <a:pt x="14477506" y="742514"/>
                    <a:pt x="13871907" y="1149232"/>
                  </a:cubicBezTo>
                  <a:cubicBezTo>
                    <a:pt x="13359557" y="1493561"/>
                    <a:pt x="12925693" y="1946950"/>
                    <a:pt x="12502307" y="2392340"/>
                  </a:cubicBezTo>
                  <a:cubicBezTo>
                    <a:pt x="12049298" y="2868590"/>
                    <a:pt x="11606957" y="3360270"/>
                    <a:pt x="11101465" y="3782990"/>
                  </a:cubicBezTo>
                  <a:cubicBezTo>
                    <a:pt x="10608832" y="4195517"/>
                    <a:pt x="10054191" y="4525940"/>
                    <a:pt x="9403539" y="4591567"/>
                  </a:cubicBezTo>
                  <a:cubicBezTo>
                    <a:pt x="8637633" y="4669291"/>
                    <a:pt x="7884301" y="4423927"/>
                    <a:pt x="7180023" y="4149607"/>
                  </a:cubicBezTo>
                  <a:cubicBezTo>
                    <a:pt x="6453170" y="3866714"/>
                    <a:pt x="5740033" y="3526672"/>
                    <a:pt x="4976128" y="3351983"/>
                  </a:cubicBezTo>
                  <a:cubicBezTo>
                    <a:pt x="3540711" y="3023942"/>
                    <a:pt x="1911841" y="2809058"/>
                    <a:pt x="513379" y="3395227"/>
                  </a:cubicBezTo>
                  <a:cubicBezTo>
                    <a:pt x="337702" y="3469126"/>
                    <a:pt x="167560" y="3555549"/>
                    <a:pt x="4269" y="3653831"/>
                  </a:cubicBezTo>
                  <a:cubicBezTo>
                    <a:pt x="165" y="3656224"/>
                    <a:pt x="-1221" y="3661491"/>
                    <a:pt x="1173" y="3665594"/>
                  </a:cubicBezTo>
                  <a:cubicBezTo>
                    <a:pt x="3567" y="3669697"/>
                    <a:pt x="8833" y="3671083"/>
                    <a:pt x="12937" y="36686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8" name="Freeform 178">
              <a:extLst>
                <a:ext uri="{FF2B5EF4-FFF2-40B4-BE49-F238E27FC236}">
                  <a16:creationId xmlns:a16="http://schemas.microsoft.com/office/drawing/2014/main" id="{3328DAA2-DFBE-1C60-3647-B893C49E8428}"/>
                </a:ext>
              </a:extLst>
            </p:cNvPr>
            <p:cNvSpPr/>
            <p:nvPr/>
          </p:nvSpPr>
          <p:spPr>
            <a:xfrm>
              <a:off x="-1038754" y="-937733"/>
              <a:ext cx="9314703" cy="2170858"/>
            </a:xfrm>
            <a:custGeom>
              <a:avLst/>
              <a:gdLst>
                <a:gd name="connsiteX0" fmla="*/ 11466 w 20534463"/>
                <a:gd name="connsiteY0" fmla="*/ 3684481 h 4785702"/>
                <a:gd name="connsiteX1" fmla="*/ 4705005 w 20534463"/>
                <a:gd name="connsiteY1" fmla="*/ 3327866 h 4785702"/>
                <a:gd name="connsiteX2" fmla="*/ 6896516 w 20534463"/>
                <a:gd name="connsiteY2" fmla="*/ 4130252 h 4785702"/>
                <a:gd name="connsiteX3" fmla="*/ 8972109 w 20534463"/>
                <a:gd name="connsiteY3" fmla="*/ 4780238 h 4785702"/>
                <a:gd name="connsiteX4" fmla="*/ 10662130 w 20534463"/>
                <a:gd name="connsiteY4" fmla="*/ 4273222 h 4785702"/>
                <a:gd name="connsiteX5" fmla="*/ 12016775 w 20534463"/>
                <a:gd name="connsiteY5" fmla="*/ 2970011 h 4785702"/>
                <a:gd name="connsiteX6" fmla="*/ 13341512 w 20534463"/>
                <a:gd name="connsiteY6" fmla="*/ 1542690 h 4785702"/>
                <a:gd name="connsiteX7" fmla="*/ 14031598 w 20534463"/>
                <a:gd name="connsiteY7" fmla="*/ 1011671 h 4785702"/>
                <a:gd name="connsiteX8" fmla="*/ 15123259 w 20534463"/>
                <a:gd name="connsiteY8" fmla="*/ 506846 h 4785702"/>
                <a:gd name="connsiteX9" fmla="*/ 19912810 w 20534463"/>
                <a:gd name="connsiteY9" fmla="*/ 130323 h 4785702"/>
                <a:gd name="connsiteX10" fmla="*/ 20524506 w 20534463"/>
                <a:gd name="connsiteY10" fmla="*/ 220048 h 4785702"/>
                <a:gd name="connsiteX11" fmla="*/ 20528696 w 20534463"/>
                <a:gd name="connsiteY11" fmla="*/ 204808 h 4785702"/>
                <a:gd name="connsiteX12" fmla="*/ 15772102 w 20534463"/>
                <a:gd name="connsiteY12" fmla="*/ 291010 h 4785702"/>
                <a:gd name="connsiteX13" fmla="*/ 13767756 w 20534463"/>
                <a:gd name="connsiteY13" fmla="*/ 1167310 h 4785702"/>
                <a:gd name="connsiteX14" fmla="*/ 12434256 w 20534463"/>
                <a:gd name="connsiteY14" fmla="*/ 2472806 h 4785702"/>
                <a:gd name="connsiteX15" fmla="*/ 11078372 w 20534463"/>
                <a:gd name="connsiteY15" fmla="*/ 3915653 h 4785702"/>
                <a:gd name="connsiteX16" fmla="*/ 9449597 w 20534463"/>
                <a:gd name="connsiteY16" fmla="*/ 4753853 h 4785702"/>
                <a:gd name="connsiteX17" fmla="*/ 7242750 w 20534463"/>
                <a:gd name="connsiteY17" fmla="*/ 4266364 h 4785702"/>
                <a:gd name="connsiteX18" fmla="*/ 5112484 w 20534463"/>
                <a:gd name="connsiteY18" fmla="*/ 3402922 h 4785702"/>
                <a:gd name="connsiteX19" fmla="*/ 3945957 w 20534463"/>
                <a:gd name="connsiteY19" fmla="*/ 3174322 h 4785702"/>
                <a:gd name="connsiteX20" fmla="*/ 2774382 w 20534463"/>
                <a:gd name="connsiteY20" fmla="*/ 3057737 h 4785702"/>
                <a:gd name="connsiteX21" fmla="*/ 513051 w 20534463"/>
                <a:gd name="connsiteY21" fmla="*/ 3412067 h 4785702"/>
                <a:gd name="connsiteX22" fmla="*/ 3941 w 20534463"/>
                <a:gd name="connsiteY22" fmla="*/ 3670670 h 4785702"/>
                <a:gd name="connsiteX23" fmla="*/ 1083 w 20534463"/>
                <a:gd name="connsiteY23" fmla="*/ 3681529 h 4785702"/>
                <a:gd name="connsiteX24" fmla="*/ 11941 w 20534463"/>
                <a:gd name="connsiteY24" fmla="*/ 3684386 h 478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4463" h="4785702">
                  <a:moveTo>
                    <a:pt x="11466" y="3684481"/>
                  </a:moveTo>
                  <a:cubicBezTo>
                    <a:pt x="1422784" y="2837995"/>
                    <a:pt x="3163002" y="3012302"/>
                    <a:pt x="4705005" y="3327866"/>
                  </a:cubicBezTo>
                  <a:cubicBezTo>
                    <a:pt x="5478339" y="3486076"/>
                    <a:pt x="6181380" y="3806687"/>
                    <a:pt x="6896516" y="4130252"/>
                  </a:cubicBezTo>
                  <a:cubicBezTo>
                    <a:pt x="7554313" y="4427718"/>
                    <a:pt x="8242113" y="4732613"/>
                    <a:pt x="8972109" y="4780238"/>
                  </a:cubicBezTo>
                  <a:cubicBezTo>
                    <a:pt x="9594949" y="4820814"/>
                    <a:pt x="10159400" y="4633838"/>
                    <a:pt x="10662130" y="4273222"/>
                  </a:cubicBezTo>
                  <a:cubicBezTo>
                    <a:pt x="11172384" y="3907367"/>
                    <a:pt x="11601676" y="3436736"/>
                    <a:pt x="12016775" y="2970011"/>
                  </a:cubicBezTo>
                  <a:cubicBezTo>
                    <a:pt x="12448067" y="2485665"/>
                    <a:pt x="12864500" y="1983793"/>
                    <a:pt x="13341512" y="1542690"/>
                  </a:cubicBezTo>
                  <a:cubicBezTo>
                    <a:pt x="13554301" y="1345523"/>
                    <a:pt x="13781281" y="1159880"/>
                    <a:pt x="14031598" y="1011671"/>
                  </a:cubicBezTo>
                  <a:cubicBezTo>
                    <a:pt x="14376404" y="807360"/>
                    <a:pt x="14746450" y="642196"/>
                    <a:pt x="15123259" y="506846"/>
                  </a:cubicBezTo>
                  <a:cubicBezTo>
                    <a:pt x="16648497" y="-40175"/>
                    <a:pt x="18320134" y="-71321"/>
                    <a:pt x="19912810" y="130323"/>
                  </a:cubicBezTo>
                  <a:cubicBezTo>
                    <a:pt x="20117216" y="156104"/>
                    <a:pt x="20321116" y="186012"/>
                    <a:pt x="20524506" y="220048"/>
                  </a:cubicBezTo>
                  <a:cubicBezTo>
                    <a:pt x="20534506" y="221763"/>
                    <a:pt x="20538794" y="206428"/>
                    <a:pt x="20528696" y="204808"/>
                  </a:cubicBezTo>
                  <a:cubicBezTo>
                    <a:pt x="18961262" y="-54367"/>
                    <a:pt x="17321152" y="-110564"/>
                    <a:pt x="15772102" y="291010"/>
                  </a:cubicBezTo>
                  <a:cubicBezTo>
                    <a:pt x="15075348" y="471985"/>
                    <a:pt x="14352877" y="740018"/>
                    <a:pt x="13767756" y="1167310"/>
                  </a:cubicBezTo>
                  <a:cubicBezTo>
                    <a:pt x="13264741" y="1534498"/>
                    <a:pt x="12845546" y="2008748"/>
                    <a:pt x="12434256" y="2472806"/>
                  </a:cubicBezTo>
                  <a:cubicBezTo>
                    <a:pt x="11997630" y="2966678"/>
                    <a:pt x="11570243" y="3474551"/>
                    <a:pt x="11078372" y="3915653"/>
                  </a:cubicBezTo>
                  <a:cubicBezTo>
                    <a:pt x="10613171" y="4332848"/>
                    <a:pt x="10083010" y="4681749"/>
                    <a:pt x="9449597" y="4753853"/>
                  </a:cubicBezTo>
                  <a:cubicBezTo>
                    <a:pt x="8683978" y="4841198"/>
                    <a:pt x="7933408" y="4566020"/>
                    <a:pt x="7242750" y="4266364"/>
                  </a:cubicBezTo>
                  <a:cubicBezTo>
                    <a:pt x="6541044" y="3961564"/>
                    <a:pt x="5855434" y="3599614"/>
                    <a:pt x="5112484" y="3402922"/>
                  </a:cubicBezTo>
                  <a:cubicBezTo>
                    <a:pt x="4730531" y="3301767"/>
                    <a:pt x="4336196" y="3234139"/>
                    <a:pt x="3945957" y="3174322"/>
                  </a:cubicBezTo>
                  <a:cubicBezTo>
                    <a:pt x="3557909" y="3114601"/>
                    <a:pt x="3166908" y="3071929"/>
                    <a:pt x="2774382" y="3057737"/>
                  </a:cubicBezTo>
                  <a:cubicBezTo>
                    <a:pt x="2007715" y="3030209"/>
                    <a:pt x="1225617" y="3113553"/>
                    <a:pt x="513051" y="3412067"/>
                  </a:cubicBezTo>
                  <a:cubicBezTo>
                    <a:pt x="337392" y="3486004"/>
                    <a:pt x="167253" y="3572426"/>
                    <a:pt x="3941" y="3670670"/>
                  </a:cubicBezTo>
                  <a:cubicBezTo>
                    <a:pt x="153" y="3672880"/>
                    <a:pt x="-1126" y="3677741"/>
                    <a:pt x="1083" y="3681529"/>
                  </a:cubicBezTo>
                  <a:cubicBezTo>
                    <a:pt x="3292" y="3685317"/>
                    <a:pt x="8153" y="3686596"/>
                    <a:pt x="11941" y="36843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9" name="Freeform 179">
              <a:extLst>
                <a:ext uri="{FF2B5EF4-FFF2-40B4-BE49-F238E27FC236}">
                  <a16:creationId xmlns:a16="http://schemas.microsoft.com/office/drawing/2014/main" id="{4FBB1EEA-4C25-5809-9465-DAE6F31EFAE6}"/>
                </a:ext>
              </a:extLst>
            </p:cNvPr>
            <p:cNvSpPr/>
            <p:nvPr/>
          </p:nvSpPr>
          <p:spPr>
            <a:xfrm>
              <a:off x="-1036791" y="-1094922"/>
              <a:ext cx="9314385" cy="2245946"/>
            </a:xfrm>
            <a:custGeom>
              <a:avLst/>
              <a:gdLst>
                <a:gd name="connsiteX0" fmla="*/ 11042 w 20533762"/>
                <a:gd name="connsiteY0" fmla="*/ 3701920 h 4951237"/>
                <a:gd name="connsiteX1" fmla="*/ 4872698 w 20533762"/>
                <a:gd name="connsiteY1" fmla="*/ 3379880 h 4951237"/>
                <a:gd name="connsiteX2" fmla="*/ 6999630 w 20533762"/>
                <a:gd name="connsiteY2" fmla="*/ 4257894 h 4951237"/>
                <a:gd name="connsiteX3" fmla="*/ 9038742 w 20533762"/>
                <a:gd name="connsiteY3" fmla="*/ 4946933 h 4951237"/>
                <a:gd name="connsiteX4" fmla="*/ 10660945 w 20533762"/>
                <a:gd name="connsiteY4" fmla="*/ 4412200 h 4951237"/>
                <a:gd name="connsiteX5" fmla="*/ 11978919 w 20533762"/>
                <a:gd name="connsiteY5" fmla="*/ 3056030 h 4951237"/>
                <a:gd name="connsiteX6" fmla="*/ 13267556 w 20533762"/>
                <a:gd name="connsiteY6" fmla="*/ 1571178 h 4951237"/>
                <a:gd name="connsiteX7" fmla="*/ 13941259 w 20533762"/>
                <a:gd name="connsiteY7" fmla="*/ 1012917 h 4951237"/>
                <a:gd name="connsiteX8" fmla="*/ 15000058 w 20533762"/>
                <a:gd name="connsiteY8" fmla="*/ 506854 h 4951237"/>
                <a:gd name="connsiteX9" fmla="*/ 19884478 w 20533762"/>
                <a:gd name="connsiteY9" fmla="*/ 142523 h 4951237"/>
                <a:gd name="connsiteX10" fmla="*/ 20524558 w 20533762"/>
                <a:gd name="connsiteY10" fmla="*/ 237773 h 4951237"/>
                <a:gd name="connsiteX11" fmla="*/ 20528368 w 20533762"/>
                <a:gd name="connsiteY11" fmla="*/ 223676 h 4951237"/>
                <a:gd name="connsiteX12" fmla="*/ 15640710 w 20533762"/>
                <a:gd name="connsiteY12" fmla="*/ 290351 h 4951237"/>
                <a:gd name="connsiteX13" fmla="*/ 13683799 w 20533762"/>
                <a:gd name="connsiteY13" fmla="*/ 1179033 h 4951237"/>
                <a:gd name="connsiteX14" fmla="*/ 12380874 w 20533762"/>
                <a:gd name="connsiteY14" fmla="*/ 2547109 h 4951237"/>
                <a:gd name="connsiteX15" fmla="*/ 11070234 w 20533762"/>
                <a:gd name="connsiteY15" fmla="*/ 4037105 h 4951237"/>
                <a:gd name="connsiteX16" fmla="*/ 9533661 w 20533762"/>
                <a:gd name="connsiteY16" fmla="*/ 4912643 h 4951237"/>
                <a:gd name="connsiteX17" fmla="*/ 7340625 w 20533762"/>
                <a:gd name="connsiteY17" fmla="*/ 4408580 h 4951237"/>
                <a:gd name="connsiteX18" fmla="*/ 5264175 w 20533762"/>
                <a:gd name="connsiteY18" fmla="*/ 3467129 h 4951237"/>
                <a:gd name="connsiteX19" fmla="*/ 4081932 w 20533762"/>
                <a:gd name="connsiteY19" fmla="*/ 3214716 h 4951237"/>
                <a:gd name="connsiteX20" fmla="*/ 2859589 w 20533762"/>
                <a:gd name="connsiteY20" fmla="*/ 3079938 h 4951237"/>
                <a:gd name="connsiteX21" fmla="*/ 514438 w 20533762"/>
                <a:gd name="connsiteY21" fmla="*/ 3429886 h 4951237"/>
                <a:gd name="connsiteX22" fmla="*/ 3612 w 20533762"/>
                <a:gd name="connsiteY22" fmla="*/ 3689252 h 4951237"/>
                <a:gd name="connsiteX23" fmla="*/ 993 w 20533762"/>
                <a:gd name="connsiteY23" fmla="*/ 3699206 h 4951237"/>
                <a:gd name="connsiteX24" fmla="*/ 10947 w 20533762"/>
                <a:gd name="connsiteY24" fmla="*/ 3701825 h 49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3762" h="4951237">
                  <a:moveTo>
                    <a:pt x="11042" y="3701920"/>
                  </a:moveTo>
                  <a:cubicBezTo>
                    <a:pt x="1472273" y="2825239"/>
                    <a:pt x="3282880" y="3040504"/>
                    <a:pt x="4872698" y="3379880"/>
                  </a:cubicBezTo>
                  <a:cubicBezTo>
                    <a:pt x="5628697" y="3541805"/>
                    <a:pt x="6313354" y="3916423"/>
                    <a:pt x="6999630" y="4257894"/>
                  </a:cubicBezTo>
                  <a:cubicBezTo>
                    <a:pt x="7638377" y="4575839"/>
                    <a:pt x="8314938" y="4902642"/>
                    <a:pt x="9038742" y="4946933"/>
                  </a:cubicBezTo>
                  <a:cubicBezTo>
                    <a:pt x="9646342" y="4984081"/>
                    <a:pt x="10184790" y="4778721"/>
                    <a:pt x="10660945" y="4412200"/>
                  </a:cubicBezTo>
                  <a:cubicBezTo>
                    <a:pt x="11160912" y="4027580"/>
                    <a:pt x="11576202" y="3538757"/>
                    <a:pt x="11978919" y="3056030"/>
                  </a:cubicBezTo>
                  <a:cubicBezTo>
                    <a:pt x="12398019" y="2553205"/>
                    <a:pt x="12802260" y="2033235"/>
                    <a:pt x="13267556" y="1571178"/>
                  </a:cubicBezTo>
                  <a:cubicBezTo>
                    <a:pt x="13474439" y="1365628"/>
                    <a:pt x="13695133" y="1170080"/>
                    <a:pt x="13941259" y="1012917"/>
                  </a:cubicBezTo>
                  <a:cubicBezTo>
                    <a:pt x="14269396" y="802796"/>
                    <a:pt x="14635156" y="641442"/>
                    <a:pt x="15000058" y="506854"/>
                  </a:cubicBezTo>
                  <a:cubicBezTo>
                    <a:pt x="16552633" y="-63884"/>
                    <a:pt x="18263134" y="-67503"/>
                    <a:pt x="19884478" y="142523"/>
                  </a:cubicBezTo>
                  <a:cubicBezTo>
                    <a:pt x="20098410" y="170209"/>
                    <a:pt x="20311770" y="201959"/>
                    <a:pt x="20524558" y="237773"/>
                  </a:cubicBezTo>
                  <a:cubicBezTo>
                    <a:pt x="20534084" y="239297"/>
                    <a:pt x="20537608" y="225200"/>
                    <a:pt x="20528368" y="223676"/>
                  </a:cubicBezTo>
                  <a:cubicBezTo>
                    <a:pt x="18919978" y="-42453"/>
                    <a:pt x="17231290" y="-128749"/>
                    <a:pt x="15640710" y="290351"/>
                  </a:cubicBezTo>
                  <a:cubicBezTo>
                    <a:pt x="14957196" y="470469"/>
                    <a:pt x="14244440" y="738026"/>
                    <a:pt x="13683799" y="1179033"/>
                  </a:cubicBezTo>
                  <a:cubicBezTo>
                    <a:pt x="13188499" y="1568606"/>
                    <a:pt x="12781019" y="2064096"/>
                    <a:pt x="12380874" y="2547109"/>
                  </a:cubicBezTo>
                  <a:cubicBezTo>
                    <a:pt x="11959298" y="3056030"/>
                    <a:pt x="11547341" y="3578095"/>
                    <a:pt x="11070234" y="4037105"/>
                  </a:cubicBezTo>
                  <a:cubicBezTo>
                    <a:pt x="10639133" y="4451728"/>
                    <a:pt x="10140023" y="4822536"/>
                    <a:pt x="9533661" y="4912643"/>
                  </a:cubicBezTo>
                  <a:cubicBezTo>
                    <a:pt x="8769185" y="5026371"/>
                    <a:pt x="8018424" y="4730334"/>
                    <a:pt x="7340625" y="4408580"/>
                  </a:cubicBezTo>
                  <a:cubicBezTo>
                    <a:pt x="6654825" y="4083301"/>
                    <a:pt x="5991885" y="3694205"/>
                    <a:pt x="5264175" y="3467129"/>
                  </a:cubicBezTo>
                  <a:cubicBezTo>
                    <a:pt x="4880699" y="3347495"/>
                    <a:pt x="4477791" y="3279867"/>
                    <a:pt x="4081932" y="3214716"/>
                  </a:cubicBezTo>
                  <a:cubicBezTo>
                    <a:pt x="3677310" y="3148041"/>
                    <a:pt x="3269354" y="3099083"/>
                    <a:pt x="2859589" y="3079938"/>
                  </a:cubicBezTo>
                  <a:cubicBezTo>
                    <a:pt x="2065871" y="3043076"/>
                    <a:pt x="1253007" y="3120609"/>
                    <a:pt x="514438" y="3429886"/>
                  </a:cubicBezTo>
                  <a:cubicBezTo>
                    <a:pt x="338164" y="3503980"/>
                    <a:pt x="167448" y="3590659"/>
                    <a:pt x="3612" y="3689252"/>
                  </a:cubicBezTo>
                  <a:cubicBezTo>
                    <a:pt x="140" y="3691277"/>
                    <a:pt x="-1033" y="3695734"/>
                    <a:pt x="993" y="3699206"/>
                  </a:cubicBezTo>
                  <a:cubicBezTo>
                    <a:pt x="3018" y="3702678"/>
                    <a:pt x="7475" y="3703851"/>
                    <a:pt x="10947" y="3701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40" name="Freeform 180">
              <a:extLst>
                <a:ext uri="{FF2B5EF4-FFF2-40B4-BE49-F238E27FC236}">
                  <a16:creationId xmlns:a16="http://schemas.microsoft.com/office/drawing/2014/main" id="{467F020B-A57E-CB6A-2DC0-E3AD7DA57BCE}"/>
                </a:ext>
              </a:extLst>
            </p:cNvPr>
            <p:cNvSpPr/>
            <p:nvPr/>
          </p:nvSpPr>
          <p:spPr>
            <a:xfrm>
              <a:off x="-1034224" y="-1253208"/>
              <a:ext cx="9313468" cy="2322773"/>
            </a:xfrm>
            <a:custGeom>
              <a:avLst/>
              <a:gdLst>
                <a:gd name="connsiteX0" fmla="*/ 9289 w 20531742"/>
                <a:gd name="connsiteY0" fmla="*/ 3721775 h 5120603"/>
                <a:gd name="connsiteX1" fmla="*/ 2447117 w 20531742"/>
                <a:gd name="connsiteY1" fmla="*/ 3105984 h 5120603"/>
                <a:gd name="connsiteX2" fmla="*/ 4989054 w 20531742"/>
                <a:gd name="connsiteY2" fmla="*/ 3426405 h 5120603"/>
                <a:gd name="connsiteX3" fmla="*/ 7075601 w 20531742"/>
                <a:gd name="connsiteY3" fmla="*/ 4385382 h 5120603"/>
                <a:gd name="connsiteX4" fmla="*/ 9067564 w 20531742"/>
                <a:gd name="connsiteY4" fmla="*/ 5116045 h 5120603"/>
                <a:gd name="connsiteX5" fmla="*/ 10633188 w 20531742"/>
                <a:gd name="connsiteY5" fmla="*/ 4572453 h 5120603"/>
                <a:gd name="connsiteX6" fmla="*/ 11933541 w 20531742"/>
                <a:gd name="connsiteY6" fmla="*/ 3155323 h 5120603"/>
                <a:gd name="connsiteX7" fmla="*/ 13186841 w 20531742"/>
                <a:gd name="connsiteY7" fmla="*/ 1614178 h 5120603"/>
                <a:gd name="connsiteX8" fmla="*/ 13839970 w 20531742"/>
                <a:gd name="connsiteY8" fmla="*/ 1027629 h 5120603"/>
                <a:gd name="connsiteX9" fmla="*/ 14850953 w 20531742"/>
                <a:gd name="connsiteY9" fmla="*/ 518898 h 5120603"/>
                <a:gd name="connsiteX10" fmla="*/ 19918254 w 20531742"/>
                <a:gd name="connsiteY10" fmla="*/ 165711 h 5120603"/>
                <a:gd name="connsiteX11" fmla="*/ 20523472 w 20531742"/>
                <a:gd name="connsiteY11" fmla="*/ 257532 h 5120603"/>
                <a:gd name="connsiteX12" fmla="*/ 20526900 w 20531742"/>
                <a:gd name="connsiteY12" fmla="*/ 244769 h 5120603"/>
                <a:gd name="connsiteX13" fmla="*/ 15518084 w 20531742"/>
                <a:gd name="connsiteY13" fmla="*/ 288870 h 5120603"/>
                <a:gd name="connsiteX14" fmla="*/ 13588700 w 20531742"/>
                <a:gd name="connsiteY14" fmla="*/ 1207175 h 5120603"/>
                <a:gd name="connsiteX15" fmla="*/ 12322923 w 20531742"/>
                <a:gd name="connsiteY15" fmla="*/ 2633448 h 5120603"/>
                <a:gd name="connsiteX16" fmla="*/ 11038382 w 20531742"/>
                <a:gd name="connsiteY16" fmla="*/ 4182595 h 5120603"/>
                <a:gd name="connsiteX17" fmla="*/ 9553339 w 20531742"/>
                <a:gd name="connsiteY17" fmla="*/ 5081373 h 5120603"/>
                <a:gd name="connsiteX18" fmla="*/ 7412881 w 20531742"/>
                <a:gd name="connsiteY18" fmla="*/ 4549783 h 5120603"/>
                <a:gd name="connsiteX19" fmla="*/ 5372340 w 20531742"/>
                <a:gd name="connsiteY19" fmla="*/ 3527846 h 5120603"/>
                <a:gd name="connsiteX20" fmla="*/ 4199622 w 20531742"/>
                <a:gd name="connsiteY20" fmla="*/ 3255812 h 5120603"/>
                <a:gd name="connsiteX21" fmla="*/ 2961372 w 20531742"/>
                <a:gd name="connsiteY21" fmla="*/ 3106269 h 5120603"/>
                <a:gd name="connsiteX22" fmla="*/ 528687 w 20531742"/>
                <a:gd name="connsiteY22" fmla="*/ 3444407 h 5120603"/>
                <a:gd name="connsiteX23" fmla="*/ 2622 w 20531742"/>
                <a:gd name="connsiteY23" fmla="*/ 3710059 h 5120603"/>
                <a:gd name="connsiteX24" fmla="*/ 1368 w 20531742"/>
                <a:gd name="connsiteY24" fmla="*/ 3719405 h 5120603"/>
                <a:gd name="connsiteX25" fmla="*/ 9289 w 20531742"/>
                <a:gd name="connsiteY25" fmla="*/ 3721489 h 512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531742" h="5120603">
                  <a:moveTo>
                    <a:pt x="9289" y="3721775"/>
                  </a:moveTo>
                  <a:cubicBezTo>
                    <a:pt x="745286" y="3280386"/>
                    <a:pt x="1596630" y="3112175"/>
                    <a:pt x="2447117" y="3105984"/>
                  </a:cubicBezTo>
                  <a:cubicBezTo>
                    <a:pt x="3297604" y="3099792"/>
                    <a:pt x="4164475" y="3225903"/>
                    <a:pt x="4989054" y="3426405"/>
                  </a:cubicBezTo>
                  <a:cubicBezTo>
                    <a:pt x="5736671" y="3608237"/>
                    <a:pt x="6406374" y="4021336"/>
                    <a:pt x="7075601" y="4385382"/>
                  </a:cubicBezTo>
                  <a:cubicBezTo>
                    <a:pt x="7692344" y="4720948"/>
                    <a:pt x="8353189" y="5068896"/>
                    <a:pt x="9067564" y="5116045"/>
                  </a:cubicBezTo>
                  <a:cubicBezTo>
                    <a:pt x="9660686" y="5155097"/>
                    <a:pt x="10178750" y="4940689"/>
                    <a:pt x="10633188" y="4572453"/>
                  </a:cubicBezTo>
                  <a:cubicBezTo>
                    <a:pt x="11131917" y="4168307"/>
                    <a:pt x="11539206" y="3658053"/>
                    <a:pt x="11933541" y="3155323"/>
                  </a:cubicBezTo>
                  <a:cubicBezTo>
                    <a:pt x="12341973" y="2634877"/>
                    <a:pt x="12733641" y="2098048"/>
                    <a:pt x="13186841" y="1614178"/>
                  </a:cubicBezTo>
                  <a:cubicBezTo>
                    <a:pt x="13386866" y="1400723"/>
                    <a:pt x="13600225" y="1196221"/>
                    <a:pt x="13839970" y="1027629"/>
                  </a:cubicBezTo>
                  <a:cubicBezTo>
                    <a:pt x="14147056" y="811697"/>
                    <a:pt x="14501767" y="652725"/>
                    <a:pt x="14850953" y="518898"/>
                  </a:cubicBezTo>
                  <a:cubicBezTo>
                    <a:pt x="16454487" y="-96703"/>
                    <a:pt x="18240996" y="-62603"/>
                    <a:pt x="19918254" y="165711"/>
                  </a:cubicBezTo>
                  <a:cubicBezTo>
                    <a:pt x="20120374" y="193207"/>
                    <a:pt x="20322114" y="223814"/>
                    <a:pt x="20523472" y="257532"/>
                  </a:cubicBezTo>
                  <a:cubicBezTo>
                    <a:pt x="20531758" y="258866"/>
                    <a:pt x="20535378" y="246198"/>
                    <a:pt x="20526900" y="244769"/>
                  </a:cubicBezTo>
                  <a:cubicBezTo>
                    <a:pt x="18880982" y="-28027"/>
                    <a:pt x="17147146" y="-147852"/>
                    <a:pt x="15518084" y="288870"/>
                  </a:cubicBezTo>
                  <a:cubicBezTo>
                    <a:pt x="14837047" y="471273"/>
                    <a:pt x="14130292" y="743784"/>
                    <a:pt x="13588700" y="1207175"/>
                  </a:cubicBezTo>
                  <a:cubicBezTo>
                    <a:pt x="13105497" y="1620560"/>
                    <a:pt x="12711733" y="2133576"/>
                    <a:pt x="12322923" y="2633448"/>
                  </a:cubicBezTo>
                  <a:cubicBezTo>
                    <a:pt x="11911348" y="3162086"/>
                    <a:pt x="11509012" y="3703677"/>
                    <a:pt x="11038382" y="4182595"/>
                  </a:cubicBezTo>
                  <a:cubicBezTo>
                    <a:pt x="10628521" y="4599599"/>
                    <a:pt x="10146746" y="4986790"/>
                    <a:pt x="9553339" y="5081373"/>
                  </a:cubicBezTo>
                  <a:cubicBezTo>
                    <a:pt x="8801435" y="5201484"/>
                    <a:pt x="8066391" y="4887349"/>
                    <a:pt x="7412881" y="4549783"/>
                  </a:cubicBezTo>
                  <a:cubicBezTo>
                    <a:pt x="6738035" y="4201168"/>
                    <a:pt x="6091192" y="3783402"/>
                    <a:pt x="5372340" y="3527846"/>
                  </a:cubicBezTo>
                  <a:cubicBezTo>
                    <a:pt x="4994007" y="3393448"/>
                    <a:pt x="4594243" y="3324106"/>
                    <a:pt x="4199622" y="3255812"/>
                  </a:cubicBezTo>
                  <a:cubicBezTo>
                    <a:pt x="3790047" y="3184851"/>
                    <a:pt x="3376567" y="3130749"/>
                    <a:pt x="2961372" y="3106269"/>
                  </a:cubicBezTo>
                  <a:cubicBezTo>
                    <a:pt x="2139936" y="3057978"/>
                    <a:pt x="1295450" y="3126939"/>
                    <a:pt x="528687" y="3444407"/>
                  </a:cubicBezTo>
                  <a:cubicBezTo>
                    <a:pt x="347007" y="3519832"/>
                    <a:pt x="171168" y="3608626"/>
                    <a:pt x="2622" y="3710059"/>
                  </a:cubicBezTo>
                  <a:cubicBezTo>
                    <a:pt x="-305" y="3712294"/>
                    <a:pt x="-866" y="3716478"/>
                    <a:pt x="1368" y="3719405"/>
                  </a:cubicBezTo>
                  <a:cubicBezTo>
                    <a:pt x="3221" y="3721830"/>
                    <a:pt x="6483" y="3722689"/>
                    <a:pt x="9289" y="37214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</p:grpSp>
      <p:sp>
        <p:nvSpPr>
          <p:cNvPr id="5" name="Rectangle 16">
            <a:extLst>
              <a:ext uri="{FF2B5EF4-FFF2-40B4-BE49-F238E27FC236}">
                <a16:creationId xmlns:a16="http://schemas.microsoft.com/office/drawing/2014/main" id="{D4A34FC2-6AC5-10D7-5A3A-C7693D3E6463}"/>
              </a:ext>
            </a:extLst>
          </p:cNvPr>
          <p:cNvSpPr/>
          <p:nvPr/>
        </p:nvSpPr>
        <p:spPr>
          <a:xfrm>
            <a:off x="8810625" y="3429000"/>
            <a:ext cx="3381375" cy="3429000"/>
          </a:xfrm>
          <a:prstGeom prst="rect">
            <a:avLst/>
          </a:prstGeom>
          <a:solidFill>
            <a:srgbClr val="ED8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639EB66A-E01C-8204-0C56-B5E32060996F}"/>
              </a:ext>
            </a:extLst>
          </p:cNvPr>
          <p:cNvCxnSpPr>
            <a:cxnSpLocks/>
            <a:stCxn id="13" idx="4"/>
            <a:endCxn id="21" idx="0"/>
          </p:cNvCxnSpPr>
          <p:nvPr/>
        </p:nvCxnSpPr>
        <p:spPr>
          <a:xfrm>
            <a:off x="632303" y="2640765"/>
            <a:ext cx="0" cy="2333227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6">
            <a:extLst>
              <a:ext uri="{FF2B5EF4-FFF2-40B4-BE49-F238E27FC236}">
                <a16:creationId xmlns:a16="http://schemas.microsoft.com/office/drawing/2014/main" id="{0C4CCDAC-2883-FA61-5B5C-EFEBFE1631C9}"/>
              </a:ext>
            </a:extLst>
          </p:cNvPr>
          <p:cNvSpPr/>
          <p:nvPr/>
        </p:nvSpPr>
        <p:spPr>
          <a:xfrm>
            <a:off x="547549" y="2471257"/>
            <a:ext cx="169508" cy="169508"/>
          </a:xfrm>
          <a:prstGeom prst="ellipse">
            <a:avLst/>
          </a:prstGeom>
          <a:solidFill>
            <a:srgbClr val="E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3A7E9117-8280-00CA-101F-D90C183319DB}"/>
              </a:ext>
            </a:extLst>
          </p:cNvPr>
          <p:cNvSpPr/>
          <p:nvPr/>
        </p:nvSpPr>
        <p:spPr>
          <a:xfrm>
            <a:off x="547549" y="4973992"/>
            <a:ext cx="169508" cy="169508"/>
          </a:xfrm>
          <a:prstGeom prst="ellipse">
            <a:avLst/>
          </a:prstGeom>
          <a:solidFill>
            <a:srgbClr val="E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786EEC89-1619-8E98-C902-331393D3F854}"/>
              </a:ext>
            </a:extLst>
          </p:cNvPr>
          <p:cNvSpPr txBox="1"/>
          <p:nvPr/>
        </p:nvSpPr>
        <p:spPr>
          <a:xfrm>
            <a:off x="445173" y="504396"/>
            <a:ext cx="11518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noProof="0" dirty="0">
                <a:solidFill>
                  <a:srgbClr val="707072"/>
                </a:solidFill>
                <a:latin typeface="Montserrat" pitchFamily="2" charset="0"/>
              </a:rPr>
              <a:t>STELLENAUSSCHREIBUNG</a:t>
            </a:r>
          </a:p>
          <a:p>
            <a:r>
              <a:rPr lang="de-DE" sz="3600" b="1" noProof="0" dirty="0">
                <a:solidFill>
                  <a:srgbClr val="EC8000"/>
                </a:solidFill>
                <a:latin typeface="Montserrat" pitchFamily="2" charset="0"/>
              </a:rPr>
              <a:t>INTUITIV</a:t>
            </a:r>
            <a:endParaRPr lang="de-DE" sz="3600" noProof="0" dirty="0">
              <a:solidFill>
                <a:srgbClr val="EC8000"/>
              </a:solidFill>
              <a:latin typeface="Montserrat" pitchFamily="2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294F034-A448-18BF-689A-FDC4C21EC138}"/>
              </a:ext>
            </a:extLst>
          </p:cNvPr>
          <p:cNvSpPr txBox="1"/>
          <p:nvPr/>
        </p:nvSpPr>
        <p:spPr>
          <a:xfrm>
            <a:off x="805345" y="2322909"/>
            <a:ext cx="5086453" cy="298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Klares und natürliches </a:t>
            </a:r>
            <a:r>
              <a:rPr lang="de-DE" sz="2000" noProof="0" dirty="0">
                <a:solidFill>
                  <a:srgbClr val="707072"/>
                </a:solidFill>
                <a:latin typeface="Montserrat" pitchFamily="2" charset="0"/>
              </a:rPr>
              <a:t>Designkonzept mit ruhiger Bildsprache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Farbpalette aus natürlichen Erdtönen oder Pastellfarben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Bildsprache mit ruhigen gesellschaftlichen Szenen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Texte frei von Fachausdrücken</a:t>
            </a:r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89725188-CD41-ED5D-506D-AD1F599D2F09}"/>
              </a:ext>
            </a:extLst>
          </p:cNvPr>
          <p:cNvSpPr/>
          <p:nvPr/>
        </p:nvSpPr>
        <p:spPr>
          <a:xfrm>
            <a:off x="547337" y="4114158"/>
            <a:ext cx="169508" cy="169508"/>
          </a:xfrm>
          <a:prstGeom prst="ellipse">
            <a:avLst/>
          </a:prstGeom>
          <a:solidFill>
            <a:srgbClr val="E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7F284F24-DEF6-CF83-01A0-F6BFD83F5D52}"/>
              </a:ext>
            </a:extLst>
          </p:cNvPr>
          <p:cNvSpPr/>
          <p:nvPr/>
        </p:nvSpPr>
        <p:spPr>
          <a:xfrm>
            <a:off x="549695" y="3301993"/>
            <a:ext cx="169508" cy="169508"/>
          </a:xfrm>
          <a:prstGeom prst="ellipse">
            <a:avLst/>
          </a:prstGeom>
          <a:solidFill>
            <a:srgbClr val="E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7DA3642-2FDE-7B00-B5C5-6136723FD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0573" y="146147"/>
            <a:ext cx="4675256" cy="661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0238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8811F-3220-8520-8E69-61050B58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9">
            <a:extLst>
              <a:ext uri="{FF2B5EF4-FFF2-40B4-BE49-F238E27FC236}">
                <a16:creationId xmlns:a16="http://schemas.microsoft.com/office/drawing/2014/main" id="{ABD2904D-0B23-1FED-802A-2486E83F09A9}"/>
              </a:ext>
            </a:extLst>
          </p:cNvPr>
          <p:cNvSpPr/>
          <p:nvPr/>
        </p:nvSpPr>
        <p:spPr>
          <a:xfrm>
            <a:off x="-1" y="2825260"/>
            <a:ext cx="12192000" cy="4038113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0">
                <a:schemeClr val="bg1">
                  <a:lumMod val="85000"/>
                </a:schemeClr>
              </a:gs>
              <a:gs pos="59000">
                <a:srgbClr val="EBEBEB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31" name="Group 11">
            <a:extLst>
              <a:ext uri="{FF2B5EF4-FFF2-40B4-BE49-F238E27FC236}">
                <a16:creationId xmlns:a16="http://schemas.microsoft.com/office/drawing/2014/main" id="{1BD9F517-6E02-D982-7CDC-DAE9A8F233DE}"/>
              </a:ext>
            </a:extLst>
          </p:cNvPr>
          <p:cNvGrpSpPr/>
          <p:nvPr/>
        </p:nvGrpSpPr>
        <p:grpSpPr>
          <a:xfrm rot="2980602">
            <a:off x="5252807" y="-1830216"/>
            <a:ext cx="15651267" cy="5032690"/>
            <a:chOff x="-1052091" y="-1253208"/>
            <a:chExt cx="9331335" cy="3000507"/>
          </a:xfrm>
          <a:solidFill>
            <a:schemeClr val="bg1">
              <a:lumMod val="85000"/>
            </a:schemeClr>
          </a:solidFill>
        </p:grpSpPr>
        <p:sp>
          <p:nvSpPr>
            <p:cNvPr id="32" name="Freeform 172">
              <a:extLst>
                <a:ext uri="{FF2B5EF4-FFF2-40B4-BE49-F238E27FC236}">
                  <a16:creationId xmlns:a16="http://schemas.microsoft.com/office/drawing/2014/main" id="{384D6C79-909E-6B16-1020-4972E4F5DAF2}"/>
                </a:ext>
              </a:extLst>
            </p:cNvPr>
            <p:cNvSpPr/>
            <p:nvPr/>
          </p:nvSpPr>
          <p:spPr>
            <a:xfrm>
              <a:off x="-1052091" y="-10083"/>
              <a:ext cx="9318432" cy="1757382"/>
            </a:xfrm>
            <a:custGeom>
              <a:avLst/>
              <a:gdLst>
                <a:gd name="connsiteX0" fmla="*/ 17817 w 20542684"/>
                <a:gd name="connsiteY0" fmla="*/ 3613989 h 3874187"/>
                <a:gd name="connsiteX1" fmla="*/ 4012983 w 20542684"/>
                <a:gd name="connsiteY1" fmla="*/ 3130310 h 3874187"/>
                <a:gd name="connsiteX2" fmla="*/ 8399436 w 20542684"/>
                <a:gd name="connsiteY2" fmla="*/ 3873260 h 3874187"/>
                <a:gd name="connsiteX3" fmla="*/ 10488173 w 20542684"/>
                <a:gd name="connsiteY3" fmla="*/ 3517883 h 3874187"/>
                <a:gd name="connsiteX4" fmla="*/ 12210864 w 20542684"/>
                <a:gd name="connsiteY4" fmla="*/ 2576908 h 3874187"/>
                <a:gd name="connsiteX5" fmla="*/ 13879739 w 20542684"/>
                <a:gd name="connsiteY5" fmla="*/ 1463244 h 3874187"/>
                <a:gd name="connsiteX6" fmla="*/ 15800075 w 20542684"/>
                <a:gd name="connsiteY6" fmla="*/ 553416 h 3874187"/>
                <a:gd name="connsiteX7" fmla="*/ 19967262 w 20542684"/>
                <a:gd name="connsiteY7" fmla="*/ 73928 h 3874187"/>
                <a:gd name="connsiteX8" fmla="*/ 20527714 w 20542684"/>
                <a:gd name="connsiteY8" fmla="*/ 150128 h 3874187"/>
                <a:gd name="connsiteX9" fmla="*/ 20534096 w 20542684"/>
                <a:gd name="connsiteY9" fmla="*/ 127078 h 3874187"/>
                <a:gd name="connsiteX10" fmla="*/ 16371099 w 20542684"/>
                <a:gd name="connsiteY10" fmla="*/ 351963 h 3874187"/>
                <a:gd name="connsiteX11" fmla="*/ 14438000 w 20542684"/>
                <a:gd name="connsiteY11" fmla="*/ 1116439 h 3874187"/>
                <a:gd name="connsiteX12" fmla="*/ 12705688 w 20542684"/>
                <a:gd name="connsiteY12" fmla="*/ 2213243 h 3874187"/>
                <a:gd name="connsiteX13" fmla="*/ 10997094 w 20542684"/>
                <a:gd name="connsiteY13" fmla="*/ 3266137 h 3874187"/>
                <a:gd name="connsiteX14" fmla="*/ 8895879 w 20542684"/>
                <a:gd name="connsiteY14" fmla="*/ 3839256 h 3874187"/>
                <a:gd name="connsiteX15" fmla="*/ 4360264 w 20542684"/>
                <a:gd name="connsiteY15" fmla="*/ 3165934 h 3874187"/>
                <a:gd name="connsiteX16" fmla="*/ 453585 w 20542684"/>
                <a:gd name="connsiteY16" fmla="*/ 3361101 h 3874187"/>
                <a:gd name="connsiteX17" fmla="*/ 5910 w 20542684"/>
                <a:gd name="connsiteY17" fmla="*/ 3593416 h 3874187"/>
                <a:gd name="connsiteX18" fmla="*/ 1625 w 20542684"/>
                <a:gd name="connsiteY18" fmla="*/ 3609704 h 3874187"/>
                <a:gd name="connsiteX19" fmla="*/ 17912 w 20542684"/>
                <a:gd name="connsiteY19" fmla="*/ 3613990 h 387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542684" h="3874187">
                  <a:moveTo>
                    <a:pt x="17817" y="3613989"/>
                  </a:moveTo>
                  <a:cubicBezTo>
                    <a:pt x="1217967" y="2894185"/>
                    <a:pt x="2674244" y="2917141"/>
                    <a:pt x="4012983" y="3130310"/>
                  </a:cubicBezTo>
                  <a:cubicBezTo>
                    <a:pt x="5477356" y="3363577"/>
                    <a:pt x="6905725" y="3847638"/>
                    <a:pt x="8399436" y="3873260"/>
                  </a:cubicBezTo>
                  <a:cubicBezTo>
                    <a:pt x="9113811" y="3885452"/>
                    <a:pt x="9820947" y="3778010"/>
                    <a:pt x="10488173" y="3517883"/>
                  </a:cubicBezTo>
                  <a:cubicBezTo>
                    <a:pt x="11100059" y="3279758"/>
                    <a:pt x="11665177" y="2938667"/>
                    <a:pt x="12210864" y="2576908"/>
                  </a:cubicBezTo>
                  <a:cubicBezTo>
                    <a:pt x="12768267" y="2207528"/>
                    <a:pt x="13309478" y="1813193"/>
                    <a:pt x="13879739" y="1463244"/>
                  </a:cubicBezTo>
                  <a:cubicBezTo>
                    <a:pt x="14484620" y="1090594"/>
                    <a:pt x="15128591" y="785489"/>
                    <a:pt x="15800075" y="553416"/>
                  </a:cubicBezTo>
                  <a:cubicBezTo>
                    <a:pt x="17132718" y="95264"/>
                    <a:pt x="18565278" y="-72281"/>
                    <a:pt x="19967262" y="73928"/>
                  </a:cubicBezTo>
                  <a:cubicBezTo>
                    <a:pt x="20154778" y="93550"/>
                    <a:pt x="20341594" y="118950"/>
                    <a:pt x="20527714" y="150128"/>
                  </a:cubicBezTo>
                  <a:cubicBezTo>
                    <a:pt x="20542762" y="152509"/>
                    <a:pt x="20549144" y="129649"/>
                    <a:pt x="20534096" y="127078"/>
                  </a:cubicBezTo>
                  <a:cubicBezTo>
                    <a:pt x="19150398" y="-100379"/>
                    <a:pt x="17722602" y="-20750"/>
                    <a:pt x="16371099" y="351963"/>
                  </a:cubicBezTo>
                  <a:cubicBezTo>
                    <a:pt x="15701031" y="536277"/>
                    <a:pt x="15052888" y="792596"/>
                    <a:pt x="14438000" y="1116439"/>
                  </a:cubicBezTo>
                  <a:cubicBezTo>
                    <a:pt x="13832591" y="1436003"/>
                    <a:pt x="13269378" y="1826528"/>
                    <a:pt x="12705688" y="2213243"/>
                  </a:cubicBezTo>
                  <a:cubicBezTo>
                    <a:pt x="12153905" y="2591291"/>
                    <a:pt x="11597645" y="2968576"/>
                    <a:pt x="10997094" y="3266137"/>
                  </a:cubicBezTo>
                  <a:cubicBezTo>
                    <a:pt x="10336344" y="3593511"/>
                    <a:pt x="9633590" y="3795155"/>
                    <a:pt x="8895879" y="3839256"/>
                  </a:cubicBezTo>
                  <a:cubicBezTo>
                    <a:pt x="7351972" y="3931649"/>
                    <a:pt x="5861118" y="3441302"/>
                    <a:pt x="4360264" y="3165934"/>
                  </a:cubicBezTo>
                  <a:cubicBezTo>
                    <a:pt x="3077532" y="2930571"/>
                    <a:pt x="1678215" y="2823605"/>
                    <a:pt x="453585" y="3361101"/>
                  </a:cubicBezTo>
                  <a:cubicBezTo>
                    <a:pt x="299615" y="3429030"/>
                    <a:pt x="150092" y="3506623"/>
                    <a:pt x="5910" y="3593416"/>
                  </a:cubicBezTo>
                  <a:cubicBezTo>
                    <a:pt x="229" y="3596730"/>
                    <a:pt x="-1690" y="3604022"/>
                    <a:pt x="1625" y="3609704"/>
                  </a:cubicBezTo>
                  <a:cubicBezTo>
                    <a:pt x="4938" y="3615385"/>
                    <a:pt x="12231" y="3617304"/>
                    <a:pt x="17912" y="3613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3" name="Freeform 173">
              <a:extLst>
                <a:ext uri="{FF2B5EF4-FFF2-40B4-BE49-F238E27FC236}">
                  <a16:creationId xmlns:a16="http://schemas.microsoft.com/office/drawing/2014/main" id="{81C4D20A-BD7A-9D33-A91E-1555BB4EE008}"/>
                </a:ext>
              </a:extLst>
            </p:cNvPr>
            <p:cNvSpPr/>
            <p:nvPr/>
          </p:nvSpPr>
          <p:spPr>
            <a:xfrm>
              <a:off x="-1049093" y="-163208"/>
              <a:ext cx="9316875" cy="1819901"/>
            </a:xfrm>
            <a:custGeom>
              <a:avLst/>
              <a:gdLst>
                <a:gd name="connsiteX0" fmla="*/ 15018 w 20539253"/>
                <a:gd name="connsiteY0" fmla="*/ 3622467 h 4012011"/>
                <a:gd name="connsiteX1" fmla="*/ 4096195 w 20539253"/>
                <a:gd name="connsiteY1" fmla="*/ 3152599 h 4012011"/>
                <a:gd name="connsiteX2" fmla="*/ 6294089 w 20539253"/>
                <a:gd name="connsiteY2" fmla="*/ 3640565 h 4012011"/>
                <a:gd name="connsiteX3" fmla="*/ 8537416 w 20539253"/>
                <a:gd name="connsiteY3" fmla="*/ 4009468 h 4012011"/>
                <a:gd name="connsiteX4" fmla="*/ 10549763 w 20539253"/>
                <a:gd name="connsiteY4" fmla="*/ 3635802 h 4012011"/>
                <a:gd name="connsiteX5" fmla="*/ 12209875 w 20539253"/>
                <a:gd name="connsiteY5" fmla="*/ 2609198 h 4012011"/>
                <a:gd name="connsiteX6" fmla="*/ 13810837 w 20539253"/>
                <a:gd name="connsiteY6" fmla="*/ 1444957 h 4012011"/>
                <a:gd name="connsiteX7" fmla="*/ 15731458 w 20539253"/>
                <a:gd name="connsiteY7" fmla="*/ 529223 h 4012011"/>
                <a:gd name="connsiteX8" fmla="*/ 19970084 w 20539253"/>
                <a:gd name="connsiteY8" fmla="*/ 81548 h 4012011"/>
                <a:gd name="connsiteX9" fmla="*/ 20525106 w 20539253"/>
                <a:gd name="connsiteY9" fmla="*/ 157748 h 4012011"/>
                <a:gd name="connsiteX10" fmla="*/ 20531106 w 20539253"/>
                <a:gd name="connsiteY10" fmla="*/ 136031 h 4012011"/>
                <a:gd name="connsiteX11" fmla="*/ 16314579 w 20539253"/>
                <a:gd name="connsiteY11" fmla="*/ 329960 h 4012011"/>
                <a:gd name="connsiteX12" fmla="*/ 14353191 w 20539253"/>
                <a:gd name="connsiteY12" fmla="*/ 1100057 h 4012011"/>
                <a:gd name="connsiteX13" fmla="*/ 12686316 w 20539253"/>
                <a:gd name="connsiteY13" fmla="*/ 2222864 h 4012011"/>
                <a:gd name="connsiteX14" fmla="*/ 11049159 w 20539253"/>
                <a:gd name="connsiteY14" fmla="*/ 3358148 h 4012011"/>
                <a:gd name="connsiteX15" fmla="*/ 9042622 w 20539253"/>
                <a:gd name="connsiteY15" fmla="*/ 3979941 h 4012011"/>
                <a:gd name="connsiteX16" fmla="*/ 6695663 w 20539253"/>
                <a:gd name="connsiteY16" fmla="*/ 3713241 h 4012011"/>
                <a:gd name="connsiteX17" fmla="*/ 4459288 w 20539253"/>
                <a:gd name="connsiteY17" fmla="*/ 3195080 h 4012011"/>
                <a:gd name="connsiteX18" fmla="*/ 451644 w 20539253"/>
                <a:gd name="connsiteY18" fmla="*/ 3370721 h 4012011"/>
                <a:gd name="connsiteX19" fmla="*/ 3969 w 20539253"/>
                <a:gd name="connsiteY19" fmla="*/ 3603036 h 4012011"/>
                <a:gd name="connsiteX20" fmla="*/ 2669 w 20539253"/>
                <a:gd name="connsiteY20" fmla="*/ 3618878 h 4012011"/>
                <a:gd name="connsiteX21" fmla="*/ 15304 w 20539253"/>
                <a:gd name="connsiteY21" fmla="*/ 3622086 h 401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9253" h="4012011">
                  <a:moveTo>
                    <a:pt x="15018" y="3622467"/>
                  </a:moveTo>
                  <a:cubicBezTo>
                    <a:pt x="1241076" y="2887137"/>
                    <a:pt x="2732024" y="2926571"/>
                    <a:pt x="4096195" y="3152599"/>
                  </a:cubicBezTo>
                  <a:cubicBezTo>
                    <a:pt x="4837716" y="3275471"/>
                    <a:pt x="5564474" y="3462828"/>
                    <a:pt x="6294089" y="3640565"/>
                  </a:cubicBezTo>
                  <a:cubicBezTo>
                    <a:pt x="7030085" y="3819921"/>
                    <a:pt x="7777417" y="3985560"/>
                    <a:pt x="8537416" y="4009468"/>
                  </a:cubicBezTo>
                  <a:cubicBezTo>
                    <a:pt x="9231027" y="4030994"/>
                    <a:pt x="9913684" y="3916694"/>
                    <a:pt x="10549763" y="3635802"/>
                  </a:cubicBezTo>
                  <a:cubicBezTo>
                    <a:pt x="11146981" y="3371864"/>
                    <a:pt x="11687429" y="2996770"/>
                    <a:pt x="12209875" y="2609198"/>
                  </a:cubicBezTo>
                  <a:cubicBezTo>
                    <a:pt x="12739656" y="2216101"/>
                    <a:pt x="13255339" y="1802144"/>
                    <a:pt x="13810837" y="1444957"/>
                  </a:cubicBezTo>
                  <a:cubicBezTo>
                    <a:pt x="14408817" y="1060433"/>
                    <a:pt x="15058612" y="756490"/>
                    <a:pt x="15731458" y="529223"/>
                  </a:cubicBezTo>
                  <a:cubicBezTo>
                    <a:pt x="17088676" y="71071"/>
                    <a:pt x="18547810" y="-73614"/>
                    <a:pt x="19970084" y="81548"/>
                  </a:cubicBezTo>
                  <a:cubicBezTo>
                    <a:pt x="20155820" y="101805"/>
                    <a:pt x="20340828" y="127205"/>
                    <a:pt x="20525106" y="157748"/>
                  </a:cubicBezTo>
                  <a:cubicBezTo>
                    <a:pt x="20539298" y="160034"/>
                    <a:pt x="20545394" y="138698"/>
                    <a:pt x="20531106" y="136031"/>
                  </a:cubicBezTo>
                  <a:cubicBezTo>
                    <a:pt x="19132360" y="-93331"/>
                    <a:pt x="17685988" y="-35228"/>
                    <a:pt x="16314579" y="329960"/>
                  </a:cubicBezTo>
                  <a:cubicBezTo>
                    <a:pt x="15633268" y="510147"/>
                    <a:pt x="14975095" y="768564"/>
                    <a:pt x="14353191" y="1100057"/>
                  </a:cubicBezTo>
                  <a:cubicBezTo>
                    <a:pt x="13760355" y="1417525"/>
                    <a:pt x="13221049" y="1818051"/>
                    <a:pt x="12686316" y="2222864"/>
                  </a:cubicBezTo>
                  <a:cubicBezTo>
                    <a:pt x="12156726" y="2623295"/>
                    <a:pt x="11627993" y="3030869"/>
                    <a:pt x="11049159" y="3358148"/>
                  </a:cubicBezTo>
                  <a:cubicBezTo>
                    <a:pt x="10427081" y="3710097"/>
                    <a:pt x="9758998" y="3935364"/>
                    <a:pt x="9042622" y="3979941"/>
                  </a:cubicBezTo>
                  <a:cubicBezTo>
                    <a:pt x="8252048" y="4029089"/>
                    <a:pt x="7463568" y="3888977"/>
                    <a:pt x="6695663" y="3713241"/>
                  </a:cubicBezTo>
                  <a:cubicBezTo>
                    <a:pt x="5949570" y="3541791"/>
                    <a:pt x="5211763" y="3337955"/>
                    <a:pt x="4459288" y="3195080"/>
                  </a:cubicBezTo>
                  <a:cubicBezTo>
                    <a:pt x="3146457" y="2945144"/>
                    <a:pt x="1708086" y="2819224"/>
                    <a:pt x="451644" y="3370721"/>
                  </a:cubicBezTo>
                  <a:cubicBezTo>
                    <a:pt x="297673" y="3438651"/>
                    <a:pt x="148151" y="3516244"/>
                    <a:pt x="3969" y="3603036"/>
                  </a:cubicBezTo>
                  <a:cubicBezTo>
                    <a:pt x="-765" y="3607052"/>
                    <a:pt x="-1347" y="3614145"/>
                    <a:pt x="2669" y="3618878"/>
                  </a:cubicBezTo>
                  <a:cubicBezTo>
                    <a:pt x="5766" y="3622530"/>
                    <a:pt x="10838" y="3623818"/>
                    <a:pt x="15304" y="36220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4" name="Freeform 174">
              <a:extLst>
                <a:ext uri="{FF2B5EF4-FFF2-40B4-BE49-F238E27FC236}">
                  <a16:creationId xmlns:a16="http://schemas.microsoft.com/office/drawing/2014/main" id="{317B372A-26F4-4481-556D-B5FCD737E3F4}"/>
                </a:ext>
              </a:extLst>
            </p:cNvPr>
            <p:cNvSpPr/>
            <p:nvPr/>
          </p:nvSpPr>
          <p:spPr>
            <a:xfrm>
              <a:off x="-1047731" y="-316830"/>
              <a:ext cx="9317282" cy="1885909"/>
            </a:xfrm>
            <a:custGeom>
              <a:avLst/>
              <a:gdLst>
                <a:gd name="connsiteX0" fmla="*/ 15920 w 20540149"/>
                <a:gd name="connsiteY0" fmla="*/ 3632043 h 4157527"/>
                <a:gd name="connsiteX1" fmla="*/ 4199968 w 20540149"/>
                <a:gd name="connsiteY1" fmla="*/ 3179510 h 4157527"/>
                <a:gd name="connsiteX2" fmla="*/ 6407958 w 20540149"/>
                <a:gd name="connsiteY2" fmla="*/ 3712338 h 4157527"/>
                <a:gd name="connsiteX3" fmla="*/ 8663573 w 20540149"/>
                <a:gd name="connsiteY3" fmla="*/ 4153632 h 4157527"/>
                <a:gd name="connsiteX4" fmla="*/ 10611340 w 20540149"/>
                <a:gd name="connsiteY4" fmla="*/ 3749295 h 4157527"/>
                <a:gd name="connsiteX5" fmla="*/ 12173917 w 20540149"/>
                <a:gd name="connsiteY5" fmla="*/ 2670970 h 4157527"/>
                <a:gd name="connsiteX6" fmla="*/ 13728301 w 20540149"/>
                <a:gd name="connsiteY6" fmla="*/ 1442245 h 4157527"/>
                <a:gd name="connsiteX7" fmla="*/ 15625586 w 20540149"/>
                <a:gd name="connsiteY7" fmla="*/ 518987 h 4157527"/>
                <a:gd name="connsiteX8" fmla="*/ 19956890 w 20540149"/>
                <a:gd name="connsiteY8" fmla="*/ 88552 h 4157527"/>
                <a:gd name="connsiteX9" fmla="*/ 20526866 w 20540149"/>
                <a:gd name="connsiteY9" fmla="*/ 167895 h 4157527"/>
                <a:gd name="connsiteX10" fmla="*/ 20532484 w 20540149"/>
                <a:gd name="connsiteY10" fmla="*/ 147512 h 4157527"/>
                <a:gd name="connsiteX11" fmla="*/ 16223375 w 20540149"/>
                <a:gd name="connsiteY11" fmla="*/ 318105 h 4157527"/>
                <a:gd name="connsiteX12" fmla="*/ 14228173 w 20540149"/>
                <a:gd name="connsiteY12" fmla="*/ 1109251 h 4157527"/>
                <a:gd name="connsiteX13" fmla="*/ 12676456 w 20540149"/>
                <a:gd name="connsiteY13" fmla="*/ 2228058 h 4157527"/>
                <a:gd name="connsiteX14" fmla="*/ 11088733 w 20540149"/>
                <a:gd name="connsiteY14" fmla="*/ 3452211 h 4157527"/>
                <a:gd name="connsiteX15" fmla="*/ 9155158 w 20540149"/>
                <a:gd name="connsiteY15" fmla="*/ 4127343 h 4157527"/>
                <a:gd name="connsiteX16" fmla="*/ 6835250 w 20540149"/>
                <a:gd name="connsiteY16" fmla="*/ 3808160 h 4157527"/>
                <a:gd name="connsiteX17" fmla="*/ 4578491 w 20540149"/>
                <a:gd name="connsiteY17" fmla="*/ 3228278 h 4157527"/>
                <a:gd name="connsiteX18" fmla="*/ 468264 w 20540149"/>
                <a:gd name="connsiteY18" fmla="*/ 3374772 h 4157527"/>
                <a:gd name="connsiteX19" fmla="*/ 5254 w 20540149"/>
                <a:gd name="connsiteY19" fmla="*/ 3613755 h 4157527"/>
                <a:gd name="connsiteX20" fmla="*/ 1443 w 20540149"/>
                <a:gd name="connsiteY20" fmla="*/ 3628232 h 4157527"/>
                <a:gd name="connsiteX21" fmla="*/ 15921 w 20540149"/>
                <a:gd name="connsiteY21" fmla="*/ 3632042 h 415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40149" h="4157527">
                  <a:moveTo>
                    <a:pt x="15920" y="3632043"/>
                  </a:moveTo>
                  <a:cubicBezTo>
                    <a:pt x="1273220" y="2878044"/>
                    <a:pt x="2805412" y="2938146"/>
                    <a:pt x="4199968" y="3179510"/>
                  </a:cubicBezTo>
                  <a:cubicBezTo>
                    <a:pt x="4948728" y="3309050"/>
                    <a:pt x="5677200" y="3506884"/>
                    <a:pt x="6407958" y="3712338"/>
                  </a:cubicBezTo>
                  <a:cubicBezTo>
                    <a:pt x="7144907" y="3919507"/>
                    <a:pt x="7894715" y="4121913"/>
                    <a:pt x="8663573" y="4153632"/>
                  </a:cubicBezTo>
                  <a:cubicBezTo>
                    <a:pt x="9342325" y="4182207"/>
                    <a:pt x="10003264" y="4054191"/>
                    <a:pt x="10611340" y="3749295"/>
                  </a:cubicBezTo>
                  <a:cubicBezTo>
                    <a:pt x="11178935" y="3464784"/>
                    <a:pt x="11684808" y="3071496"/>
                    <a:pt x="12173917" y="2670970"/>
                  </a:cubicBezTo>
                  <a:cubicBezTo>
                    <a:pt x="12684933" y="2252918"/>
                    <a:pt x="13182043" y="1814387"/>
                    <a:pt x="13728301" y="1442245"/>
                  </a:cubicBezTo>
                  <a:cubicBezTo>
                    <a:pt x="14310469" y="1045148"/>
                    <a:pt x="14958741" y="743777"/>
                    <a:pt x="15625586" y="518987"/>
                  </a:cubicBezTo>
                  <a:cubicBezTo>
                    <a:pt x="17012616" y="51214"/>
                    <a:pt x="18505852" y="-74230"/>
                    <a:pt x="19956890" y="88552"/>
                  </a:cubicBezTo>
                  <a:cubicBezTo>
                    <a:pt x="20147390" y="110015"/>
                    <a:pt x="20337382" y="136463"/>
                    <a:pt x="20526866" y="167895"/>
                  </a:cubicBezTo>
                  <a:cubicBezTo>
                    <a:pt x="20540200" y="170086"/>
                    <a:pt x="20545916" y="149703"/>
                    <a:pt x="20532484" y="147512"/>
                  </a:cubicBezTo>
                  <a:cubicBezTo>
                    <a:pt x="19104784" y="-88041"/>
                    <a:pt x="17625836" y="-48798"/>
                    <a:pt x="16223375" y="318105"/>
                  </a:cubicBezTo>
                  <a:cubicBezTo>
                    <a:pt x="15529574" y="499651"/>
                    <a:pt x="14856157" y="762160"/>
                    <a:pt x="14228173" y="1109251"/>
                  </a:cubicBezTo>
                  <a:cubicBezTo>
                    <a:pt x="13667913" y="1419004"/>
                    <a:pt x="13168041" y="1821054"/>
                    <a:pt x="12676456" y="2228058"/>
                  </a:cubicBezTo>
                  <a:cubicBezTo>
                    <a:pt x="12162106" y="2653920"/>
                    <a:pt x="11653185" y="3092547"/>
                    <a:pt x="11088733" y="3452211"/>
                  </a:cubicBezTo>
                  <a:cubicBezTo>
                    <a:pt x="10498183" y="3828258"/>
                    <a:pt x="9858675" y="4080289"/>
                    <a:pt x="9155158" y="4127343"/>
                  </a:cubicBezTo>
                  <a:cubicBezTo>
                    <a:pt x="8369727" y="4179826"/>
                    <a:pt x="7589439" y="4009804"/>
                    <a:pt x="6835250" y="3808160"/>
                  </a:cubicBezTo>
                  <a:cubicBezTo>
                    <a:pt x="6084108" y="3607659"/>
                    <a:pt x="5342491" y="3379059"/>
                    <a:pt x="4578491" y="3228278"/>
                  </a:cubicBezTo>
                  <a:cubicBezTo>
                    <a:pt x="3235466" y="2963674"/>
                    <a:pt x="1759091" y="2814798"/>
                    <a:pt x="468264" y="3374772"/>
                  </a:cubicBezTo>
                  <a:cubicBezTo>
                    <a:pt x="308876" y="3444240"/>
                    <a:pt x="154207" y="3524072"/>
                    <a:pt x="5254" y="3613755"/>
                  </a:cubicBezTo>
                  <a:cubicBezTo>
                    <a:pt x="204" y="3616700"/>
                    <a:pt x="-1502" y="3623182"/>
                    <a:pt x="1443" y="3628232"/>
                  </a:cubicBezTo>
                  <a:cubicBezTo>
                    <a:pt x="4390" y="3633282"/>
                    <a:pt x="10871" y="3634988"/>
                    <a:pt x="15921" y="36320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5" name="Freeform 175">
              <a:extLst>
                <a:ext uri="{FF2B5EF4-FFF2-40B4-BE49-F238E27FC236}">
                  <a16:creationId xmlns:a16="http://schemas.microsoft.com/office/drawing/2014/main" id="{857D5646-DD4E-E947-E822-7F2CF8A9E56E}"/>
                </a:ext>
              </a:extLst>
            </p:cNvPr>
            <p:cNvSpPr/>
            <p:nvPr/>
          </p:nvSpPr>
          <p:spPr>
            <a:xfrm>
              <a:off x="-1045650" y="-470934"/>
              <a:ext cx="9316796" cy="1954225"/>
            </a:xfrm>
            <a:custGeom>
              <a:avLst/>
              <a:gdLst>
                <a:gd name="connsiteX0" fmla="*/ 15428 w 20539078"/>
                <a:gd name="connsiteY0" fmla="*/ 3642584 h 4308131"/>
                <a:gd name="connsiteX1" fmla="*/ 4319109 w 20539078"/>
                <a:gd name="connsiteY1" fmla="*/ 3211102 h 4308131"/>
                <a:gd name="connsiteX2" fmla="*/ 6538434 w 20539078"/>
                <a:gd name="connsiteY2" fmla="*/ 3800128 h 4308131"/>
                <a:gd name="connsiteX3" fmla="*/ 8753377 w 20539078"/>
                <a:gd name="connsiteY3" fmla="*/ 4302857 h 4308131"/>
                <a:gd name="connsiteX4" fmla="*/ 10635803 w 20539078"/>
                <a:gd name="connsiteY4" fmla="*/ 3875661 h 4308131"/>
                <a:gd name="connsiteX5" fmla="*/ 12148659 w 20539078"/>
                <a:gd name="connsiteY5" fmla="*/ 2726184 h 4308131"/>
                <a:gd name="connsiteX6" fmla="*/ 13640940 w 20539078"/>
                <a:gd name="connsiteY6" fmla="*/ 1447071 h 4308131"/>
                <a:gd name="connsiteX7" fmla="*/ 15519175 w 20539078"/>
                <a:gd name="connsiteY7" fmla="*/ 507906 h 4308131"/>
                <a:gd name="connsiteX8" fmla="*/ 19941348 w 20539078"/>
                <a:gd name="connsiteY8" fmla="*/ 96141 h 4308131"/>
                <a:gd name="connsiteX9" fmla="*/ 20526658 w 20539078"/>
                <a:gd name="connsiteY9" fmla="*/ 178437 h 4308131"/>
                <a:gd name="connsiteX10" fmla="*/ 20531898 w 20539078"/>
                <a:gd name="connsiteY10" fmla="*/ 159387 h 4308131"/>
                <a:gd name="connsiteX11" fmla="*/ 16131347 w 20539078"/>
                <a:gd name="connsiteY11" fmla="*/ 305786 h 4308131"/>
                <a:gd name="connsiteX12" fmla="*/ 14094997 w 20539078"/>
                <a:gd name="connsiteY12" fmla="*/ 1125603 h 4308131"/>
                <a:gd name="connsiteX13" fmla="*/ 12620718 w 20539078"/>
                <a:gd name="connsiteY13" fmla="*/ 2273841 h 4308131"/>
                <a:gd name="connsiteX14" fmla="*/ 9264203 w 20539078"/>
                <a:gd name="connsiteY14" fmla="*/ 4277711 h 4308131"/>
                <a:gd name="connsiteX15" fmla="*/ 6951152 w 20539078"/>
                <a:gd name="connsiteY15" fmla="*/ 3909855 h 4308131"/>
                <a:gd name="connsiteX16" fmla="*/ 4678773 w 20539078"/>
                <a:gd name="connsiteY16" fmla="*/ 3260250 h 4308131"/>
                <a:gd name="connsiteX17" fmla="*/ 483391 w 20539078"/>
                <a:gd name="connsiteY17" fmla="*/ 3379980 h 4308131"/>
                <a:gd name="connsiteX18" fmla="*/ 5046 w 20539078"/>
                <a:gd name="connsiteY18" fmla="*/ 3625534 h 4308131"/>
                <a:gd name="connsiteX19" fmla="*/ 1236 w 20539078"/>
                <a:gd name="connsiteY19" fmla="*/ 3638869 h 4308131"/>
                <a:gd name="connsiteX20" fmla="*/ 14571 w 20539078"/>
                <a:gd name="connsiteY20" fmla="*/ 3642679 h 430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539078" h="4308131">
                  <a:moveTo>
                    <a:pt x="15428" y="3642584"/>
                  </a:moveTo>
                  <a:cubicBezTo>
                    <a:pt x="1308733" y="2866963"/>
                    <a:pt x="2889597" y="2952021"/>
                    <a:pt x="4319109" y="3211102"/>
                  </a:cubicBezTo>
                  <a:cubicBezTo>
                    <a:pt x="5077490" y="3348547"/>
                    <a:pt x="5805676" y="3564765"/>
                    <a:pt x="6538434" y="3800128"/>
                  </a:cubicBezTo>
                  <a:cubicBezTo>
                    <a:pt x="7258238" y="4031299"/>
                    <a:pt x="7993282" y="4262662"/>
                    <a:pt x="8753377" y="4302857"/>
                  </a:cubicBezTo>
                  <a:cubicBezTo>
                    <a:pt x="9416603" y="4337909"/>
                    <a:pt x="10055349" y="4198558"/>
                    <a:pt x="10635803" y="3875661"/>
                  </a:cubicBezTo>
                  <a:cubicBezTo>
                    <a:pt x="11191015" y="3567146"/>
                    <a:pt x="11677552" y="3147951"/>
                    <a:pt x="12148659" y="2726184"/>
                  </a:cubicBezTo>
                  <a:cubicBezTo>
                    <a:pt x="12636434" y="2289462"/>
                    <a:pt x="13110684" y="1833405"/>
                    <a:pt x="13640940" y="1447071"/>
                  </a:cubicBezTo>
                  <a:cubicBezTo>
                    <a:pt x="14208154" y="1033591"/>
                    <a:pt x="14855759" y="731934"/>
                    <a:pt x="15519175" y="507906"/>
                  </a:cubicBezTo>
                  <a:cubicBezTo>
                    <a:pt x="16934590" y="29942"/>
                    <a:pt x="18462400" y="-74357"/>
                    <a:pt x="19941348" y="96141"/>
                  </a:cubicBezTo>
                  <a:cubicBezTo>
                    <a:pt x="20137372" y="118334"/>
                    <a:pt x="20332252" y="146909"/>
                    <a:pt x="20526658" y="178437"/>
                  </a:cubicBezTo>
                  <a:cubicBezTo>
                    <a:pt x="20539136" y="180532"/>
                    <a:pt x="20544470" y="161387"/>
                    <a:pt x="20531898" y="159387"/>
                  </a:cubicBezTo>
                  <a:cubicBezTo>
                    <a:pt x="19075810" y="-80739"/>
                    <a:pt x="17564382" y="-63213"/>
                    <a:pt x="16131347" y="305786"/>
                  </a:cubicBezTo>
                  <a:cubicBezTo>
                    <a:pt x="15421639" y="488475"/>
                    <a:pt x="14729934" y="757938"/>
                    <a:pt x="14094997" y="1125603"/>
                  </a:cubicBezTo>
                  <a:cubicBezTo>
                    <a:pt x="13554739" y="1438404"/>
                    <a:pt x="13082490" y="1857694"/>
                    <a:pt x="12620718" y="2273841"/>
                  </a:cubicBezTo>
                  <a:cubicBezTo>
                    <a:pt x="11650692" y="3147284"/>
                    <a:pt x="10638756" y="4169888"/>
                    <a:pt x="9264203" y="4277711"/>
                  </a:cubicBezTo>
                  <a:cubicBezTo>
                    <a:pt x="8476866" y="4339528"/>
                    <a:pt x="7697341" y="4139503"/>
                    <a:pt x="6951152" y="3909855"/>
                  </a:cubicBezTo>
                  <a:cubicBezTo>
                    <a:pt x="6196486" y="3677636"/>
                    <a:pt x="5454203" y="3417508"/>
                    <a:pt x="4678773" y="3260250"/>
                  </a:cubicBezTo>
                  <a:cubicBezTo>
                    <a:pt x="3311554" y="2983073"/>
                    <a:pt x="1802794" y="2813814"/>
                    <a:pt x="483391" y="3379980"/>
                  </a:cubicBezTo>
                  <a:cubicBezTo>
                    <a:pt x="318608" y="3450995"/>
                    <a:pt x="158798" y="3533032"/>
                    <a:pt x="5046" y="3625534"/>
                  </a:cubicBezTo>
                  <a:cubicBezTo>
                    <a:pt x="311" y="3628165"/>
                    <a:pt x="-1394" y="3634135"/>
                    <a:pt x="1236" y="3638869"/>
                  </a:cubicBezTo>
                  <a:cubicBezTo>
                    <a:pt x="3866" y="3643604"/>
                    <a:pt x="9836" y="3645309"/>
                    <a:pt x="14571" y="36426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6" name="Freeform 176">
              <a:extLst>
                <a:ext uri="{FF2B5EF4-FFF2-40B4-BE49-F238E27FC236}">
                  <a16:creationId xmlns:a16="http://schemas.microsoft.com/office/drawing/2014/main" id="{69384CE4-4C8C-22F1-6B72-268E7B27348D}"/>
                </a:ext>
              </a:extLst>
            </p:cNvPr>
            <p:cNvSpPr/>
            <p:nvPr/>
          </p:nvSpPr>
          <p:spPr>
            <a:xfrm>
              <a:off x="-1042449" y="-625723"/>
              <a:ext cx="9315206" cy="2024804"/>
            </a:xfrm>
            <a:custGeom>
              <a:avLst/>
              <a:gdLst>
                <a:gd name="connsiteX0" fmla="*/ 11991 w 20535573"/>
                <a:gd name="connsiteY0" fmla="*/ 3654826 h 4463725"/>
                <a:gd name="connsiteX1" fmla="*/ 4434829 w 20535573"/>
                <a:gd name="connsiteY1" fmla="*/ 3245251 h 4463725"/>
                <a:gd name="connsiteX2" fmla="*/ 5549254 w 20535573"/>
                <a:gd name="connsiteY2" fmla="*/ 3511951 h 4463725"/>
                <a:gd name="connsiteX3" fmla="*/ 6666823 w 20535573"/>
                <a:gd name="connsiteY3" fmla="*/ 3901429 h 4463725"/>
                <a:gd name="connsiteX4" fmla="*/ 8846904 w 20535573"/>
                <a:gd name="connsiteY4" fmla="*/ 4458546 h 4463725"/>
                <a:gd name="connsiteX5" fmla="*/ 10656654 w 20535573"/>
                <a:gd name="connsiteY5" fmla="*/ 4000679 h 4463725"/>
                <a:gd name="connsiteX6" fmla="*/ 12099501 w 20535573"/>
                <a:gd name="connsiteY6" fmla="*/ 2805101 h 4463725"/>
                <a:gd name="connsiteX7" fmla="*/ 13512440 w 20535573"/>
                <a:gd name="connsiteY7" fmla="*/ 1490651 h 4463725"/>
                <a:gd name="connsiteX8" fmla="*/ 15379340 w 20535573"/>
                <a:gd name="connsiteY8" fmla="*/ 509005 h 4463725"/>
                <a:gd name="connsiteX9" fmla="*/ 19941528 w 20535573"/>
                <a:gd name="connsiteY9" fmla="*/ 107145 h 4463725"/>
                <a:gd name="connsiteX10" fmla="*/ 20523888 w 20535573"/>
                <a:gd name="connsiteY10" fmla="*/ 190584 h 4463725"/>
                <a:gd name="connsiteX11" fmla="*/ 20528840 w 20535573"/>
                <a:gd name="connsiteY11" fmla="*/ 172677 h 4463725"/>
                <a:gd name="connsiteX12" fmla="*/ 16003037 w 20535573"/>
                <a:gd name="connsiteY12" fmla="*/ 302026 h 4463725"/>
                <a:gd name="connsiteX13" fmla="*/ 13975164 w 20535573"/>
                <a:gd name="connsiteY13" fmla="*/ 1137750 h 4463725"/>
                <a:gd name="connsiteX14" fmla="*/ 12549748 w 20535573"/>
                <a:gd name="connsiteY14" fmla="*/ 2338472 h 4463725"/>
                <a:gd name="connsiteX15" fmla="*/ 9335632 w 20535573"/>
                <a:gd name="connsiteY15" fmla="*/ 4433400 h 4463725"/>
                <a:gd name="connsiteX16" fmla="*/ 7078207 w 20535573"/>
                <a:gd name="connsiteY16" fmla="*/ 4028492 h 4463725"/>
                <a:gd name="connsiteX17" fmla="*/ 4826974 w 20535573"/>
                <a:gd name="connsiteY17" fmla="*/ 3304592 h 4463725"/>
                <a:gd name="connsiteX18" fmla="*/ 496813 w 20535573"/>
                <a:gd name="connsiteY18" fmla="*/ 3386507 h 4463725"/>
                <a:gd name="connsiteX19" fmla="*/ 3038 w 20535573"/>
                <a:gd name="connsiteY19" fmla="*/ 3638634 h 4463725"/>
                <a:gd name="connsiteX20" fmla="*/ 2551 w 20535573"/>
                <a:gd name="connsiteY20" fmla="*/ 3652096 h 4463725"/>
                <a:gd name="connsiteX21" fmla="*/ 12563 w 20535573"/>
                <a:gd name="connsiteY21" fmla="*/ 3654636 h 446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5573" h="4463725">
                  <a:moveTo>
                    <a:pt x="11991" y="3654826"/>
                  </a:moveTo>
                  <a:cubicBezTo>
                    <a:pt x="1341205" y="2857584"/>
                    <a:pt x="2970742" y="2969026"/>
                    <a:pt x="4434829" y="3245251"/>
                  </a:cubicBezTo>
                  <a:cubicBezTo>
                    <a:pt x="4811067" y="3316308"/>
                    <a:pt x="5183494" y="3398509"/>
                    <a:pt x="5549254" y="3511951"/>
                  </a:cubicBezTo>
                  <a:cubicBezTo>
                    <a:pt x="5926158" y="3628823"/>
                    <a:pt x="6296014" y="3766745"/>
                    <a:pt x="6666823" y="3901429"/>
                  </a:cubicBezTo>
                  <a:cubicBezTo>
                    <a:pt x="7370244" y="4157175"/>
                    <a:pt x="8093096" y="4415779"/>
                    <a:pt x="8846904" y="4458546"/>
                  </a:cubicBezTo>
                  <a:cubicBezTo>
                    <a:pt x="9494604" y="4495027"/>
                    <a:pt x="10105062" y="4338436"/>
                    <a:pt x="10656654" y="4000679"/>
                  </a:cubicBezTo>
                  <a:cubicBezTo>
                    <a:pt x="11190721" y="3673591"/>
                    <a:pt x="11652303" y="3239346"/>
                    <a:pt x="12099501" y="2805101"/>
                  </a:cubicBezTo>
                  <a:cubicBezTo>
                    <a:pt x="12560702" y="2357426"/>
                    <a:pt x="13008663" y="1891177"/>
                    <a:pt x="13512440" y="1490651"/>
                  </a:cubicBezTo>
                  <a:cubicBezTo>
                    <a:pt x="14066604" y="1049739"/>
                    <a:pt x="14711352" y="738652"/>
                    <a:pt x="15379340" y="509005"/>
                  </a:cubicBezTo>
                  <a:cubicBezTo>
                    <a:pt x="16837142" y="6942"/>
                    <a:pt x="18418482" y="-75259"/>
                    <a:pt x="19941528" y="107145"/>
                  </a:cubicBezTo>
                  <a:cubicBezTo>
                    <a:pt x="20136284" y="130449"/>
                    <a:pt x="20330404" y="158262"/>
                    <a:pt x="20523888" y="190584"/>
                  </a:cubicBezTo>
                  <a:cubicBezTo>
                    <a:pt x="20535604" y="192489"/>
                    <a:pt x="20540652" y="174677"/>
                    <a:pt x="20528840" y="172677"/>
                  </a:cubicBezTo>
                  <a:cubicBezTo>
                    <a:pt x="19033320" y="-73830"/>
                    <a:pt x="17477222" y="-78116"/>
                    <a:pt x="16003037" y="302026"/>
                  </a:cubicBezTo>
                  <a:cubicBezTo>
                    <a:pt x="15298187" y="483954"/>
                    <a:pt x="14595337" y="751892"/>
                    <a:pt x="13975164" y="1137750"/>
                  </a:cubicBezTo>
                  <a:cubicBezTo>
                    <a:pt x="13446622" y="1466553"/>
                    <a:pt x="12993042" y="1905655"/>
                    <a:pt x="12549748" y="2338472"/>
                  </a:cubicBezTo>
                  <a:cubicBezTo>
                    <a:pt x="11644873" y="3221820"/>
                    <a:pt x="10676943" y="4315576"/>
                    <a:pt x="9335632" y="4433400"/>
                  </a:cubicBezTo>
                  <a:cubicBezTo>
                    <a:pt x="8562583" y="4501218"/>
                    <a:pt x="7800012" y="4279667"/>
                    <a:pt x="7078207" y="4028492"/>
                  </a:cubicBezTo>
                  <a:cubicBezTo>
                    <a:pt x="6332876" y="3769222"/>
                    <a:pt x="5601832" y="3467946"/>
                    <a:pt x="4826974" y="3304592"/>
                  </a:cubicBezTo>
                  <a:cubicBezTo>
                    <a:pt x="3420417" y="3008365"/>
                    <a:pt x="1860793" y="2807959"/>
                    <a:pt x="496813" y="3386507"/>
                  </a:cubicBezTo>
                  <a:cubicBezTo>
                    <a:pt x="326580" y="3459009"/>
                    <a:pt x="161590" y="3543254"/>
                    <a:pt x="3038" y="3638634"/>
                  </a:cubicBezTo>
                  <a:cubicBezTo>
                    <a:pt x="-814" y="3642217"/>
                    <a:pt x="-1032" y="3648244"/>
                    <a:pt x="2551" y="3652096"/>
                  </a:cubicBezTo>
                  <a:cubicBezTo>
                    <a:pt x="5099" y="3654836"/>
                    <a:pt x="9016" y="3655830"/>
                    <a:pt x="12563" y="36546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7" name="Freeform 177">
              <a:extLst>
                <a:ext uri="{FF2B5EF4-FFF2-40B4-BE49-F238E27FC236}">
                  <a16:creationId xmlns:a16="http://schemas.microsoft.com/office/drawing/2014/main" id="{424E9EBE-4A6D-5469-1DC3-D78257E09D1B}"/>
                </a:ext>
              </a:extLst>
            </p:cNvPr>
            <p:cNvSpPr/>
            <p:nvPr/>
          </p:nvSpPr>
          <p:spPr>
            <a:xfrm>
              <a:off x="-1041149" y="-781291"/>
              <a:ext cx="9315502" cy="2097015"/>
            </a:xfrm>
            <a:custGeom>
              <a:avLst/>
              <a:gdLst>
                <a:gd name="connsiteX0" fmla="*/ 12937 w 20536226"/>
                <a:gd name="connsiteY0" fmla="*/ 3668690 h 4622915"/>
                <a:gd name="connsiteX1" fmla="*/ 4571506 w 20536226"/>
                <a:gd name="connsiteY1" fmla="*/ 3285118 h 4622915"/>
                <a:gd name="connsiteX2" fmla="*/ 5686979 w 20536226"/>
                <a:gd name="connsiteY2" fmla="*/ 3579631 h 4622915"/>
                <a:gd name="connsiteX3" fmla="*/ 6771686 w 20536226"/>
                <a:gd name="connsiteY3" fmla="*/ 4004732 h 4622915"/>
                <a:gd name="connsiteX4" fmla="*/ 8919573 w 20536226"/>
                <a:gd name="connsiteY4" fmla="*/ 4617666 h 4622915"/>
                <a:gd name="connsiteX5" fmla="*/ 10658457 w 20536226"/>
                <a:gd name="connsiteY5" fmla="*/ 4138367 h 4622915"/>
                <a:gd name="connsiteX6" fmla="*/ 12058061 w 20536226"/>
                <a:gd name="connsiteY6" fmla="*/ 2886116 h 4622915"/>
                <a:gd name="connsiteX7" fmla="*/ 13427565 w 20536226"/>
                <a:gd name="connsiteY7" fmla="*/ 1512515 h 4622915"/>
                <a:gd name="connsiteX8" fmla="*/ 15259794 w 20536226"/>
                <a:gd name="connsiteY8" fmla="*/ 504389 h 4622915"/>
                <a:gd name="connsiteX9" fmla="*/ 19911042 w 20536226"/>
                <a:gd name="connsiteY9" fmla="*/ 115674 h 4622915"/>
                <a:gd name="connsiteX10" fmla="*/ 20525404 w 20536226"/>
                <a:gd name="connsiteY10" fmla="*/ 204352 h 4622915"/>
                <a:gd name="connsiteX11" fmla="*/ 20529976 w 20536226"/>
                <a:gd name="connsiteY11" fmla="*/ 187778 h 4622915"/>
                <a:gd name="connsiteX12" fmla="*/ 15896731 w 20536226"/>
                <a:gd name="connsiteY12" fmla="*/ 294077 h 4622915"/>
                <a:gd name="connsiteX13" fmla="*/ 13871907 w 20536226"/>
                <a:gd name="connsiteY13" fmla="*/ 1149232 h 4622915"/>
                <a:gd name="connsiteX14" fmla="*/ 12502307 w 20536226"/>
                <a:gd name="connsiteY14" fmla="*/ 2392340 h 4622915"/>
                <a:gd name="connsiteX15" fmla="*/ 11101465 w 20536226"/>
                <a:gd name="connsiteY15" fmla="*/ 3782990 h 4622915"/>
                <a:gd name="connsiteX16" fmla="*/ 9403539 w 20536226"/>
                <a:gd name="connsiteY16" fmla="*/ 4591567 h 4622915"/>
                <a:gd name="connsiteX17" fmla="*/ 7180023 w 20536226"/>
                <a:gd name="connsiteY17" fmla="*/ 4149607 h 4622915"/>
                <a:gd name="connsiteX18" fmla="*/ 4976128 w 20536226"/>
                <a:gd name="connsiteY18" fmla="*/ 3351983 h 4622915"/>
                <a:gd name="connsiteX19" fmla="*/ 513379 w 20536226"/>
                <a:gd name="connsiteY19" fmla="*/ 3395227 h 4622915"/>
                <a:gd name="connsiteX20" fmla="*/ 4269 w 20536226"/>
                <a:gd name="connsiteY20" fmla="*/ 3653831 h 4622915"/>
                <a:gd name="connsiteX21" fmla="*/ 1173 w 20536226"/>
                <a:gd name="connsiteY21" fmla="*/ 3665594 h 4622915"/>
                <a:gd name="connsiteX22" fmla="*/ 12937 w 20536226"/>
                <a:gd name="connsiteY22" fmla="*/ 3668690 h 462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536226" h="4622915">
                  <a:moveTo>
                    <a:pt x="12937" y="3668690"/>
                  </a:moveTo>
                  <a:cubicBezTo>
                    <a:pt x="1383393" y="2846777"/>
                    <a:pt x="3068175" y="2988890"/>
                    <a:pt x="4571506" y="3285118"/>
                  </a:cubicBezTo>
                  <a:cubicBezTo>
                    <a:pt x="4950792" y="3359889"/>
                    <a:pt x="5321695" y="3451805"/>
                    <a:pt x="5686979" y="3579631"/>
                  </a:cubicBezTo>
                  <a:cubicBezTo>
                    <a:pt x="6052263" y="3707456"/>
                    <a:pt x="6412117" y="3858142"/>
                    <a:pt x="6771686" y="4004732"/>
                  </a:cubicBezTo>
                  <a:cubicBezTo>
                    <a:pt x="7459010" y="4284957"/>
                    <a:pt x="8170432" y="4571850"/>
                    <a:pt x="8919573" y="4617666"/>
                  </a:cubicBezTo>
                  <a:cubicBezTo>
                    <a:pt x="9550319" y="4655766"/>
                    <a:pt x="10134773" y="4485554"/>
                    <a:pt x="10658457" y="4138367"/>
                  </a:cubicBezTo>
                  <a:cubicBezTo>
                    <a:pt x="11182142" y="3791181"/>
                    <a:pt x="11626674" y="3337791"/>
                    <a:pt x="12058061" y="2886116"/>
                  </a:cubicBezTo>
                  <a:cubicBezTo>
                    <a:pt x="12504212" y="2419391"/>
                    <a:pt x="12936456" y="1933616"/>
                    <a:pt x="13427565" y="1512515"/>
                  </a:cubicBezTo>
                  <a:cubicBezTo>
                    <a:pt x="13963918" y="1052363"/>
                    <a:pt x="14594759" y="736609"/>
                    <a:pt x="15259794" y="504389"/>
                  </a:cubicBezTo>
                  <a:cubicBezTo>
                    <a:pt x="16744361" y="-14057"/>
                    <a:pt x="18361040" y="-73302"/>
                    <a:pt x="19911042" y="115674"/>
                  </a:cubicBezTo>
                  <a:cubicBezTo>
                    <a:pt x="20116464" y="140756"/>
                    <a:pt x="20321252" y="170316"/>
                    <a:pt x="20525404" y="204352"/>
                  </a:cubicBezTo>
                  <a:cubicBezTo>
                    <a:pt x="20536264" y="206161"/>
                    <a:pt x="20540930" y="189588"/>
                    <a:pt x="20529976" y="187778"/>
                  </a:cubicBezTo>
                  <a:cubicBezTo>
                    <a:pt x="19001214" y="-64253"/>
                    <a:pt x="17405872" y="-94067"/>
                    <a:pt x="15896731" y="294077"/>
                  </a:cubicBezTo>
                  <a:cubicBezTo>
                    <a:pt x="15193786" y="475052"/>
                    <a:pt x="14477506" y="742514"/>
                    <a:pt x="13871907" y="1149232"/>
                  </a:cubicBezTo>
                  <a:cubicBezTo>
                    <a:pt x="13359557" y="1493561"/>
                    <a:pt x="12925693" y="1946950"/>
                    <a:pt x="12502307" y="2392340"/>
                  </a:cubicBezTo>
                  <a:cubicBezTo>
                    <a:pt x="12049298" y="2868590"/>
                    <a:pt x="11606957" y="3360270"/>
                    <a:pt x="11101465" y="3782990"/>
                  </a:cubicBezTo>
                  <a:cubicBezTo>
                    <a:pt x="10608832" y="4195517"/>
                    <a:pt x="10054191" y="4525940"/>
                    <a:pt x="9403539" y="4591567"/>
                  </a:cubicBezTo>
                  <a:cubicBezTo>
                    <a:pt x="8637633" y="4669291"/>
                    <a:pt x="7884301" y="4423927"/>
                    <a:pt x="7180023" y="4149607"/>
                  </a:cubicBezTo>
                  <a:cubicBezTo>
                    <a:pt x="6453170" y="3866714"/>
                    <a:pt x="5740033" y="3526672"/>
                    <a:pt x="4976128" y="3351983"/>
                  </a:cubicBezTo>
                  <a:cubicBezTo>
                    <a:pt x="3540711" y="3023942"/>
                    <a:pt x="1911841" y="2809058"/>
                    <a:pt x="513379" y="3395227"/>
                  </a:cubicBezTo>
                  <a:cubicBezTo>
                    <a:pt x="337702" y="3469126"/>
                    <a:pt x="167560" y="3555549"/>
                    <a:pt x="4269" y="3653831"/>
                  </a:cubicBezTo>
                  <a:cubicBezTo>
                    <a:pt x="165" y="3656224"/>
                    <a:pt x="-1221" y="3661491"/>
                    <a:pt x="1173" y="3665594"/>
                  </a:cubicBezTo>
                  <a:cubicBezTo>
                    <a:pt x="3567" y="3669697"/>
                    <a:pt x="8833" y="3671083"/>
                    <a:pt x="12937" y="36686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8" name="Freeform 178">
              <a:extLst>
                <a:ext uri="{FF2B5EF4-FFF2-40B4-BE49-F238E27FC236}">
                  <a16:creationId xmlns:a16="http://schemas.microsoft.com/office/drawing/2014/main" id="{4B236686-BA1E-9818-F1C0-AF00A212D7BC}"/>
                </a:ext>
              </a:extLst>
            </p:cNvPr>
            <p:cNvSpPr/>
            <p:nvPr/>
          </p:nvSpPr>
          <p:spPr>
            <a:xfrm>
              <a:off x="-1038754" y="-937733"/>
              <a:ext cx="9314703" cy="2170858"/>
            </a:xfrm>
            <a:custGeom>
              <a:avLst/>
              <a:gdLst>
                <a:gd name="connsiteX0" fmla="*/ 11466 w 20534463"/>
                <a:gd name="connsiteY0" fmla="*/ 3684481 h 4785702"/>
                <a:gd name="connsiteX1" fmla="*/ 4705005 w 20534463"/>
                <a:gd name="connsiteY1" fmla="*/ 3327866 h 4785702"/>
                <a:gd name="connsiteX2" fmla="*/ 6896516 w 20534463"/>
                <a:gd name="connsiteY2" fmla="*/ 4130252 h 4785702"/>
                <a:gd name="connsiteX3" fmla="*/ 8972109 w 20534463"/>
                <a:gd name="connsiteY3" fmla="*/ 4780238 h 4785702"/>
                <a:gd name="connsiteX4" fmla="*/ 10662130 w 20534463"/>
                <a:gd name="connsiteY4" fmla="*/ 4273222 h 4785702"/>
                <a:gd name="connsiteX5" fmla="*/ 12016775 w 20534463"/>
                <a:gd name="connsiteY5" fmla="*/ 2970011 h 4785702"/>
                <a:gd name="connsiteX6" fmla="*/ 13341512 w 20534463"/>
                <a:gd name="connsiteY6" fmla="*/ 1542690 h 4785702"/>
                <a:gd name="connsiteX7" fmla="*/ 14031598 w 20534463"/>
                <a:gd name="connsiteY7" fmla="*/ 1011671 h 4785702"/>
                <a:gd name="connsiteX8" fmla="*/ 15123259 w 20534463"/>
                <a:gd name="connsiteY8" fmla="*/ 506846 h 4785702"/>
                <a:gd name="connsiteX9" fmla="*/ 19912810 w 20534463"/>
                <a:gd name="connsiteY9" fmla="*/ 130323 h 4785702"/>
                <a:gd name="connsiteX10" fmla="*/ 20524506 w 20534463"/>
                <a:gd name="connsiteY10" fmla="*/ 220048 h 4785702"/>
                <a:gd name="connsiteX11" fmla="*/ 20528696 w 20534463"/>
                <a:gd name="connsiteY11" fmla="*/ 204808 h 4785702"/>
                <a:gd name="connsiteX12" fmla="*/ 15772102 w 20534463"/>
                <a:gd name="connsiteY12" fmla="*/ 291010 h 4785702"/>
                <a:gd name="connsiteX13" fmla="*/ 13767756 w 20534463"/>
                <a:gd name="connsiteY13" fmla="*/ 1167310 h 4785702"/>
                <a:gd name="connsiteX14" fmla="*/ 12434256 w 20534463"/>
                <a:gd name="connsiteY14" fmla="*/ 2472806 h 4785702"/>
                <a:gd name="connsiteX15" fmla="*/ 11078372 w 20534463"/>
                <a:gd name="connsiteY15" fmla="*/ 3915653 h 4785702"/>
                <a:gd name="connsiteX16" fmla="*/ 9449597 w 20534463"/>
                <a:gd name="connsiteY16" fmla="*/ 4753853 h 4785702"/>
                <a:gd name="connsiteX17" fmla="*/ 7242750 w 20534463"/>
                <a:gd name="connsiteY17" fmla="*/ 4266364 h 4785702"/>
                <a:gd name="connsiteX18" fmla="*/ 5112484 w 20534463"/>
                <a:gd name="connsiteY18" fmla="*/ 3402922 h 4785702"/>
                <a:gd name="connsiteX19" fmla="*/ 3945957 w 20534463"/>
                <a:gd name="connsiteY19" fmla="*/ 3174322 h 4785702"/>
                <a:gd name="connsiteX20" fmla="*/ 2774382 w 20534463"/>
                <a:gd name="connsiteY20" fmla="*/ 3057737 h 4785702"/>
                <a:gd name="connsiteX21" fmla="*/ 513051 w 20534463"/>
                <a:gd name="connsiteY21" fmla="*/ 3412067 h 4785702"/>
                <a:gd name="connsiteX22" fmla="*/ 3941 w 20534463"/>
                <a:gd name="connsiteY22" fmla="*/ 3670670 h 4785702"/>
                <a:gd name="connsiteX23" fmla="*/ 1083 w 20534463"/>
                <a:gd name="connsiteY23" fmla="*/ 3681529 h 4785702"/>
                <a:gd name="connsiteX24" fmla="*/ 11941 w 20534463"/>
                <a:gd name="connsiteY24" fmla="*/ 3684386 h 478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4463" h="4785702">
                  <a:moveTo>
                    <a:pt x="11466" y="3684481"/>
                  </a:moveTo>
                  <a:cubicBezTo>
                    <a:pt x="1422784" y="2837995"/>
                    <a:pt x="3163002" y="3012302"/>
                    <a:pt x="4705005" y="3327866"/>
                  </a:cubicBezTo>
                  <a:cubicBezTo>
                    <a:pt x="5478339" y="3486076"/>
                    <a:pt x="6181380" y="3806687"/>
                    <a:pt x="6896516" y="4130252"/>
                  </a:cubicBezTo>
                  <a:cubicBezTo>
                    <a:pt x="7554313" y="4427718"/>
                    <a:pt x="8242113" y="4732613"/>
                    <a:pt x="8972109" y="4780238"/>
                  </a:cubicBezTo>
                  <a:cubicBezTo>
                    <a:pt x="9594949" y="4820814"/>
                    <a:pt x="10159400" y="4633838"/>
                    <a:pt x="10662130" y="4273222"/>
                  </a:cubicBezTo>
                  <a:cubicBezTo>
                    <a:pt x="11172384" y="3907367"/>
                    <a:pt x="11601676" y="3436736"/>
                    <a:pt x="12016775" y="2970011"/>
                  </a:cubicBezTo>
                  <a:cubicBezTo>
                    <a:pt x="12448067" y="2485665"/>
                    <a:pt x="12864500" y="1983793"/>
                    <a:pt x="13341512" y="1542690"/>
                  </a:cubicBezTo>
                  <a:cubicBezTo>
                    <a:pt x="13554301" y="1345523"/>
                    <a:pt x="13781281" y="1159880"/>
                    <a:pt x="14031598" y="1011671"/>
                  </a:cubicBezTo>
                  <a:cubicBezTo>
                    <a:pt x="14376404" y="807360"/>
                    <a:pt x="14746450" y="642196"/>
                    <a:pt x="15123259" y="506846"/>
                  </a:cubicBezTo>
                  <a:cubicBezTo>
                    <a:pt x="16648497" y="-40175"/>
                    <a:pt x="18320134" y="-71321"/>
                    <a:pt x="19912810" y="130323"/>
                  </a:cubicBezTo>
                  <a:cubicBezTo>
                    <a:pt x="20117216" y="156104"/>
                    <a:pt x="20321116" y="186012"/>
                    <a:pt x="20524506" y="220048"/>
                  </a:cubicBezTo>
                  <a:cubicBezTo>
                    <a:pt x="20534506" y="221763"/>
                    <a:pt x="20538794" y="206428"/>
                    <a:pt x="20528696" y="204808"/>
                  </a:cubicBezTo>
                  <a:cubicBezTo>
                    <a:pt x="18961262" y="-54367"/>
                    <a:pt x="17321152" y="-110564"/>
                    <a:pt x="15772102" y="291010"/>
                  </a:cubicBezTo>
                  <a:cubicBezTo>
                    <a:pt x="15075348" y="471985"/>
                    <a:pt x="14352877" y="740018"/>
                    <a:pt x="13767756" y="1167310"/>
                  </a:cubicBezTo>
                  <a:cubicBezTo>
                    <a:pt x="13264741" y="1534498"/>
                    <a:pt x="12845546" y="2008748"/>
                    <a:pt x="12434256" y="2472806"/>
                  </a:cubicBezTo>
                  <a:cubicBezTo>
                    <a:pt x="11997630" y="2966678"/>
                    <a:pt x="11570243" y="3474551"/>
                    <a:pt x="11078372" y="3915653"/>
                  </a:cubicBezTo>
                  <a:cubicBezTo>
                    <a:pt x="10613171" y="4332848"/>
                    <a:pt x="10083010" y="4681749"/>
                    <a:pt x="9449597" y="4753853"/>
                  </a:cubicBezTo>
                  <a:cubicBezTo>
                    <a:pt x="8683978" y="4841198"/>
                    <a:pt x="7933408" y="4566020"/>
                    <a:pt x="7242750" y="4266364"/>
                  </a:cubicBezTo>
                  <a:cubicBezTo>
                    <a:pt x="6541044" y="3961564"/>
                    <a:pt x="5855434" y="3599614"/>
                    <a:pt x="5112484" y="3402922"/>
                  </a:cubicBezTo>
                  <a:cubicBezTo>
                    <a:pt x="4730531" y="3301767"/>
                    <a:pt x="4336196" y="3234139"/>
                    <a:pt x="3945957" y="3174322"/>
                  </a:cubicBezTo>
                  <a:cubicBezTo>
                    <a:pt x="3557909" y="3114601"/>
                    <a:pt x="3166908" y="3071929"/>
                    <a:pt x="2774382" y="3057737"/>
                  </a:cubicBezTo>
                  <a:cubicBezTo>
                    <a:pt x="2007715" y="3030209"/>
                    <a:pt x="1225617" y="3113553"/>
                    <a:pt x="513051" y="3412067"/>
                  </a:cubicBezTo>
                  <a:cubicBezTo>
                    <a:pt x="337392" y="3486004"/>
                    <a:pt x="167253" y="3572426"/>
                    <a:pt x="3941" y="3670670"/>
                  </a:cubicBezTo>
                  <a:cubicBezTo>
                    <a:pt x="153" y="3672880"/>
                    <a:pt x="-1126" y="3677741"/>
                    <a:pt x="1083" y="3681529"/>
                  </a:cubicBezTo>
                  <a:cubicBezTo>
                    <a:pt x="3292" y="3685317"/>
                    <a:pt x="8153" y="3686596"/>
                    <a:pt x="11941" y="36843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9" name="Freeform 179">
              <a:extLst>
                <a:ext uri="{FF2B5EF4-FFF2-40B4-BE49-F238E27FC236}">
                  <a16:creationId xmlns:a16="http://schemas.microsoft.com/office/drawing/2014/main" id="{801D6B13-8FD8-7AFA-C437-269BBC472607}"/>
                </a:ext>
              </a:extLst>
            </p:cNvPr>
            <p:cNvSpPr/>
            <p:nvPr/>
          </p:nvSpPr>
          <p:spPr>
            <a:xfrm>
              <a:off x="-1036791" y="-1094922"/>
              <a:ext cx="9314385" cy="2245946"/>
            </a:xfrm>
            <a:custGeom>
              <a:avLst/>
              <a:gdLst>
                <a:gd name="connsiteX0" fmla="*/ 11042 w 20533762"/>
                <a:gd name="connsiteY0" fmla="*/ 3701920 h 4951237"/>
                <a:gd name="connsiteX1" fmla="*/ 4872698 w 20533762"/>
                <a:gd name="connsiteY1" fmla="*/ 3379880 h 4951237"/>
                <a:gd name="connsiteX2" fmla="*/ 6999630 w 20533762"/>
                <a:gd name="connsiteY2" fmla="*/ 4257894 h 4951237"/>
                <a:gd name="connsiteX3" fmla="*/ 9038742 w 20533762"/>
                <a:gd name="connsiteY3" fmla="*/ 4946933 h 4951237"/>
                <a:gd name="connsiteX4" fmla="*/ 10660945 w 20533762"/>
                <a:gd name="connsiteY4" fmla="*/ 4412200 h 4951237"/>
                <a:gd name="connsiteX5" fmla="*/ 11978919 w 20533762"/>
                <a:gd name="connsiteY5" fmla="*/ 3056030 h 4951237"/>
                <a:gd name="connsiteX6" fmla="*/ 13267556 w 20533762"/>
                <a:gd name="connsiteY6" fmla="*/ 1571178 h 4951237"/>
                <a:gd name="connsiteX7" fmla="*/ 13941259 w 20533762"/>
                <a:gd name="connsiteY7" fmla="*/ 1012917 h 4951237"/>
                <a:gd name="connsiteX8" fmla="*/ 15000058 w 20533762"/>
                <a:gd name="connsiteY8" fmla="*/ 506854 h 4951237"/>
                <a:gd name="connsiteX9" fmla="*/ 19884478 w 20533762"/>
                <a:gd name="connsiteY9" fmla="*/ 142523 h 4951237"/>
                <a:gd name="connsiteX10" fmla="*/ 20524558 w 20533762"/>
                <a:gd name="connsiteY10" fmla="*/ 237773 h 4951237"/>
                <a:gd name="connsiteX11" fmla="*/ 20528368 w 20533762"/>
                <a:gd name="connsiteY11" fmla="*/ 223676 h 4951237"/>
                <a:gd name="connsiteX12" fmla="*/ 15640710 w 20533762"/>
                <a:gd name="connsiteY12" fmla="*/ 290351 h 4951237"/>
                <a:gd name="connsiteX13" fmla="*/ 13683799 w 20533762"/>
                <a:gd name="connsiteY13" fmla="*/ 1179033 h 4951237"/>
                <a:gd name="connsiteX14" fmla="*/ 12380874 w 20533762"/>
                <a:gd name="connsiteY14" fmla="*/ 2547109 h 4951237"/>
                <a:gd name="connsiteX15" fmla="*/ 11070234 w 20533762"/>
                <a:gd name="connsiteY15" fmla="*/ 4037105 h 4951237"/>
                <a:gd name="connsiteX16" fmla="*/ 9533661 w 20533762"/>
                <a:gd name="connsiteY16" fmla="*/ 4912643 h 4951237"/>
                <a:gd name="connsiteX17" fmla="*/ 7340625 w 20533762"/>
                <a:gd name="connsiteY17" fmla="*/ 4408580 h 4951237"/>
                <a:gd name="connsiteX18" fmla="*/ 5264175 w 20533762"/>
                <a:gd name="connsiteY18" fmla="*/ 3467129 h 4951237"/>
                <a:gd name="connsiteX19" fmla="*/ 4081932 w 20533762"/>
                <a:gd name="connsiteY19" fmla="*/ 3214716 h 4951237"/>
                <a:gd name="connsiteX20" fmla="*/ 2859589 w 20533762"/>
                <a:gd name="connsiteY20" fmla="*/ 3079938 h 4951237"/>
                <a:gd name="connsiteX21" fmla="*/ 514438 w 20533762"/>
                <a:gd name="connsiteY21" fmla="*/ 3429886 h 4951237"/>
                <a:gd name="connsiteX22" fmla="*/ 3612 w 20533762"/>
                <a:gd name="connsiteY22" fmla="*/ 3689252 h 4951237"/>
                <a:gd name="connsiteX23" fmla="*/ 993 w 20533762"/>
                <a:gd name="connsiteY23" fmla="*/ 3699206 h 4951237"/>
                <a:gd name="connsiteX24" fmla="*/ 10947 w 20533762"/>
                <a:gd name="connsiteY24" fmla="*/ 3701825 h 49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3762" h="4951237">
                  <a:moveTo>
                    <a:pt x="11042" y="3701920"/>
                  </a:moveTo>
                  <a:cubicBezTo>
                    <a:pt x="1472273" y="2825239"/>
                    <a:pt x="3282880" y="3040504"/>
                    <a:pt x="4872698" y="3379880"/>
                  </a:cubicBezTo>
                  <a:cubicBezTo>
                    <a:pt x="5628697" y="3541805"/>
                    <a:pt x="6313354" y="3916423"/>
                    <a:pt x="6999630" y="4257894"/>
                  </a:cubicBezTo>
                  <a:cubicBezTo>
                    <a:pt x="7638377" y="4575839"/>
                    <a:pt x="8314938" y="4902642"/>
                    <a:pt x="9038742" y="4946933"/>
                  </a:cubicBezTo>
                  <a:cubicBezTo>
                    <a:pt x="9646342" y="4984081"/>
                    <a:pt x="10184790" y="4778721"/>
                    <a:pt x="10660945" y="4412200"/>
                  </a:cubicBezTo>
                  <a:cubicBezTo>
                    <a:pt x="11160912" y="4027580"/>
                    <a:pt x="11576202" y="3538757"/>
                    <a:pt x="11978919" y="3056030"/>
                  </a:cubicBezTo>
                  <a:cubicBezTo>
                    <a:pt x="12398019" y="2553205"/>
                    <a:pt x="12802260" y="2033235"/>
                    <a:pt x="13267556" y="1571178"/>
                  </a:cubicBezTo>
                  <a:cubicBezTo>
                    <a:pt x="13474439" y="1365628"/>
                    <a:pt x="13695133" y="1170080"/>
                    <a:pt x="13941259" y="1012917"/>
                  </a:cubicBezTo>
                  <a:cubicBezTo>
                    <a:pt x="14269396" y="802796"/>
                    <a:pt x="14635156" y="641442"/>
                    <a:pt x="15000058" y="506854"/>
                  </a:cubicBezTo>
                  <a:cubicBezTo>
                    <a:pt x="16552633" y="-63884"/>
                    <a:pt x="18263134" y="-67503"/>
                    <a:pt x="19884478" y="142523"/>
                  </a:cubicBezTo>
                  <a:cubicBezTo>
                    <a:pt x="20098410" y="170209"/>
                    <a:pt x="20311770" y="201959"/>
                    <a:pt x="20524558" y="237773"/>
                  </a:cubicBezTo>
                  <a:cubicBezTo>
                    <a:pt x="20534084" y="239297"/>
                    <a:pt x="20537608" y="225200"/>
                    <a:pt x="20528368" y="223676"/>
                  </a:cubicBezTo>
                  <a:cubicBezTo>
                    <a:pt x="18919978" y="-42453"/>
                    <a:pt x="17231290" y="-128749"/>
                    <a:pt x="15640710" y="290351"/>
                  </a:cubicBezTo>
                  <a:cubicBezTo>
                    <a:pt x="14957196" y="470469"/>
                    <a:pt x="14244440" y="738026"/>
                    <a:pt x="13683799" y="1179033"/>
                  </a:cubicBezTo>
                  <a:cubicBezTo>
                    <a:pt x="13188499" y="1568606"/>
                    <a:pt x="12781019" y="2064096"/>
                    <a:pt x="12380874" y="2547109"/>
                  </a:cubicBezTo>
                  <a:cubicBezTo>
                    <a:pt x="11959298" y="3056030"/>
                    <a:pt x="11547341" y="3578095"/>
                    <a:pt x="11070234" y="4037105"/>
                  </a:cubicBezTo>
                  <a:cubicBezTo>
                    <a:pt x="10639133" y="4451728"/>
                    <a:pt x="10140023" y="4822536"/>
                    <a:pt x="9533661" y="4912643"/>
                  </a:cubicBezTo>
                  <a:cubicBezTo>
                    <a:pt x="8769185" y="5026371"/>
                    <a:pt x="8018424" y="4730334"/>
                    <a:pt x="7340625" y="4408580"/>
                  </a:cubicBezTo>
                  <a:cubicBezTo>
                    <a:pt x="6654825" y="4083301"/>
                    <a:pt x="5991885" y="3694205"/>
                    <a:pt x="5264175" y="3467129"/>
                  </a:cubicBezTo>
                  <a:cubicBezTo>
                    <a:pt x="4880699" y="3347495"/>
                    <a:pt x="4477791" y="3279867"/>
                    <a:pt x="4081932" y="3214716"/>
                  </a:cubicBezTo>
                  <a:cubicBezTo>
                    <a:pt x="3677310" y="3148041"/>
                    <a:pt x="3269354" y="3099083"/>
                    <a:pt x="2859589" y="3079938"/>
                  </a:cubicBezTo>
                  <a:cubicBezTo>
                    <a:pt x="2065871" y="3043076"/>
                    <a:pt x="1253007" y="3120609"/>
                    <a:pt x="514438" y="3429886"/>
                  </a:cubicBezTo>
                  <a:cubicBezTo>
                    <a:pt x="338164" y="3503980"/>
                    <a:pt x="167448" y="3590659"/>
                    <a:pt x="3612" y="3689252"/>
                  </a:cubicBezTo>
                  <a:cubicBezTo>
                    <a:pt x="140" y="3691277"/>
                    <a:pt x="-1033" y="3695734"/>
                    <a:pt x="993" y="3699206"/>
                  </a:cubicBezTo>
                  <a:cubicBezTo>
                    <a:pt x="3018" y="3702678"/>
                    <a:pt x="7475" y="3703851"/>
                    <a:pt x="10947" y="3701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40" name="Freeform 180">
              <a:extLst>
                <a:ext uri="{FF2B5EF4-FFF2-40B4-BE49-F238E27FC236}">
                  <a16:creationId xmlns:a16="http://schemas.microsoft.com/office/drawing/2014/main" id="{2AFDB456-A5D2-519D-09B3-3BE3F27B108E}"/>
                </a:ext>
              </a:extLst>
            </p:cNvPr>
            <p:cNvSpPr/>
            <p:nvPr/>
          </p:nvSpPr>
          <p:spPr>
            <a:xfrm>
              <a:off x="-1034224" y="-1253208"/>
              <a:ext cx="9313468" cy="2322773"/>
            </a:xfrm>
            <a:custGeom>
              <a:avLst/>
              <a:gdLst>
                <a:gd name="connsiteX0" fmla="*/ 9289 w 20531742"/>
                <a:gd name="connsiteY0" fmla="*/ 3721775 h 5120603"/>
                <a:gd name="connsiteX1" fmla="*/ 2447117 w 20531742"/>
                <a:gd name="connsiteY1" fmla="*/ 3105984 h 5120603"/>
                <a:gd name="connsiteX2" fmla="*/ 4989054 w 20531742"/>
                <a:gd name="connsiteY2" fmla="*/ 3426405 h 5120603"/>
                <a:gd name="connsiteX3" fmla="*/ 7075601 w 20531742"/>
                <a:gd name="connsiteY3" fmla="*/ 4385382 h 5120603"/>
                <a:gd name="connsiteX4" fmla="*/ 9067564 w 20531742"/>
                <a:gd name="connsiteY4" fmla="*/ 5116045 h 5120603"/>
                <a:gd name="connsiteX5" fmla="*/ 10633188 w 20531742"/>
                <a:gd name="connsiteY5" fmla="*/ 4572453 h 5120603"/>
                <a:gd name="connsiteX6" fmla="*/ 11933541 w 20531742"/>
                <a:gd name="connsiteY6" fmla="*/ 3155323 h 5120603"/>
                <a:gd name="connsiteX7" fmla="*/ 13186841 w 20531742"/>
                <a:gd name="connsiteY7" fmla="*/ 1614178 h 5120603"/>
                <a:gd name="connsiteX8" fmla="*/ 13839970 w 20531742"/>
                <a:gd name="connsiteY8" fmla="*/ 1027629 h 5120603"/>
                <a:gd name="connsiteX9" fmla="*/ 14850953 w 20531742"/>
                <a:gd name="connsiteY9" fmla="*/ 518898 h 5120603"/>
                <a:gd name="connsiteX10" fmla="*/ 19918254 w 20531742"/>
                <a:gd name="connsiteY10" fmla="*/ 165711 h 5120603"/>
                <a:gd name="connsiteX11" fmla="*/ 20523472 w 20531742"/>
                <a:gd name="connsiteY11" fmla="*/ 257532 h 5120603"/>
                <a:gd name="connsiteX12" fmla="*/ 20526900 w 20531742"/>
                <a:gd name="connsiteY12" fmla="*/ 244769 h 5120603"/>
                <a:gd name="connsiteX13" fmla="*/ 15518084 w 20531742"/>
                <a:gd name="connsiteY13" fmla="*/ 288870 h 5120603"/>
                <a:gd name="connsiteX14" fmla="*/ 13588700 w 20531742"/>
                <a:gd name="connsiteY14" fmla="*/ 1207175 h 5120603"/>
                <a:gd name="connsiteX15" fmla="*/ 12322923 w 20531742"/>
                <a:gd name="connsiteY15" fmla="*/ 2633448 h 5120603"/>
                <a:gd name="connsiteX16" fmla="*/ 11038382 w 20531742"/>
                <a:gd name="connsiteY16" fmla="*/ 4182595 h 5120603"/>
                <a:gd name="connsiteX17" fmla="*/ 9553339 w 20531742"/>
                <a:gd name="connsiteY17" fmla="*/ 5081373 h 5120603"/>
                <a:gd name="connsiteX18" fmla="*/ 7412881 w 20531742"/>
                <a:gd name="connsiteY18" fmla="*/ 4549783 h 5120603"/>
                <a:gd name="connsiteX19" fmla="*/ 5372340 w 20531742"/>
                <a:gd name="connsiteY19" fmla="*/ 3527846 h 5120603"/>
                <a:gd name="connsiteX20" fmla="*/ 4199622 w 20531742"/>
                <a:gd name="connsiteY20" fmla="*/ 3255812 h 5120603"/>
                <a:gd name="connsiteX21" fmla="*/ 2961372 w 20531742"/>
                <a:gd name="connsiteY21" fmla="*/ 3106269 h 5120603"/>
                <a:gd name="connsiteX22" fmla="*/ 528687 w 20531742"/>
                <a:gd name="connsiteY22" fmla="*/ 3444407 h 5120603"/>
                <a:gd name="connsiteX23" fmla="*/ 2622 w 20531742"/>
                <a:gd name="connsiteY23" fmla="*/ 3710059 h 5120603"/>
                <a:gd name="connsiteX24" fmla="*/ 1368 w 20531742"/>
                <a:gd name="connsiteY24" fmla="*/ 3719405 h 5120603"/>
                <a:gd name="connsiteX25" fmla="*/ 9289 w 20531742"/>
                <a:gd name="connsiteY25" fmla="*/ 3721489 h 512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531742" h="5120603">
                  <a:moveTo>
                    <a:pt x="9289" y="3721775"/>
                  </a:moveTo>
                  <a:cubicBezTo>
                    <a:pt x="745286" y="3280386"/>
                    <a:pt x="1596630" y="3112175"/>
                    <a:pt x="2447117" y="3105984"/>
                  </a:cubicBezTo>
                  <a:cubicBezTo>
                    <a:pt x="3297604" y="3099792"/>
                    <a:pt x="4164475" y="3225903"/>
                    <a:pt x="4989054" y="3426405"/>
                  </a:cubicBezTo>
                  <a:cubicBezTo>
                    <a:pt x="5736671" y="3608237"/>
                    <a:pt x="6406374" y="4021336"/>
                    <a:pt x="7075601" y="4385382"/>
                  </a:cubicBezTo>
                  <a:cubicBezTo>
                    <a:pt x="7692344" y="4720948"/>
                    <a:pt x="8353189" y="5068896"/>
                    <a:pt x="9067564" y="5116045"/>
                  </a:cubicBezTo>
                  <a:cubicBezTo>
                    <a:pt x="9660686" y="5155097"/>
                    <a:pt x="10178750" y="4940689"/>
                    <a:pt x="10633188" y="4572453"/>
                  </a:cubicBezTo>
                  <a:cubicBezTo>
                    <a:pt x="11131917" y="4168307"/>
                    <a:pt x="11539206" y="3658053"/>
                    <a:pt x="11933541" y="3155323"/>
                  </a:cubicBezTo>
                  <a:cubicBezTo>
                    <a:pt x="12341973" y="2634877"/>
                    <a:pt x="12733641" y="2098048"/>
                    <a:pt x="13186841" y="1614178"/>
                  </a:cubicBezTo>
                  <a:cubicBezTo>
                    <a:pt x="13386866" y="1400723"/>
                    <a:pt x="13600225" y="1196221"/>
                    <a:pt x="13839970" y="1027629"/>
                  </a:cubicBezTo>
                  <a:cubicBezTo>
                    <a:pt x="14147056" y="811697"/>
                    <a:pt x="14501767" y="652725"/>
                    <a:pt x="14850953" y="518898"/>
                  </a:cubicBezTo>
                  <a:cubicBezTo>
                    <a:pt x="16454487" y="-96703"/>
                    <a:pt x="18240996" y="-62603"/>
                    <a:pt x="19918254" y="165711"/>
                  </a:cubicBezTo>
                  <a:cubicBezTo>
                    <a:pt x="20120374" y="193207"/>
                    <a:pt x="20322114" y="223814"/>
                    <a:pt x="20523472" y="257532"/>
                  </a:cubicBezTo>
                  <a:cubicBezTo>
                    <a:pt x="20531758" y="258866"/>
                    <a:pt x="20535378" y="246198"/>
                    <a:pt x="20526900" y="244769"/>
                  </a:cubicBezTo>
                  <a:cubicBezTo>
                    <a:pt x="18880982" y="-28027"/>
                    <a:pt x="17147146" y="-147852"/>
                    <a:pt x="15518084" y="288870"/>
                  </a:cubicBezTo>
                  <a:cubicBezTo>
                    <a:pt x="14837047" y="471273"/>
                    <a:pt x="14130292" y="743784"/>
                    <a:pt x="13588700" y="1207175"/>
                  </a:cubicBezTo>
                  <a:cubicBezTo>
                    <a:pt x="13105497" y="1620560"/>
                    <a:pt x="12711733" y="2133576"/>
                    <a:pt x="12322923" y="2633448"/>
                  </a:cubicBezTo>
                  <a:cubicBezTo>
                    <a:pt x="11911348" y="3162086"/>
                    <a:pt x="11509012" y="3703677"/>
                    <a:pt x="11038382" y="4182595"/>
                  </a:cubicBezTo>
                  <a:cubicBezTo>
                    <a:pt x="10628521" y="4599599"/>
                    <a:pt x="10146746" y="4986790"/>
                    <a:pt x="9553339" y="5081373"/>
                  </a:cubicBezTo>
                  <a:cubicBezTo>
                    <a:pt x="8801435" y="5201484"/>
                    <a:pt x="8066391" y="4887349"/>
                    <a:pt x="7412881" y="4549783"/>
                  </a:cubicBezTo>
                  <a:cubicBezTo>
                    <a:pt x="6738035" y="4201168"/>
                    <a:pt x="6091192" y="3783402"/>
                    <a:pt x="5372340" y="3527846"/>
                  </a:cubicBezTo>
                  <a:cubicBezTo>
                    <a:pt x="4994007" y="3393448"/>
                    <a:pt x="4594243" y="3324106"/>
                    <a:pt x="4199622" y="3255812"/>
                  </a:cubicBezTo>
                  <a:cubicBezTo>
                    <a:pt x="3790047" y="3184851"/>
                    <a:pt x="3376567" y="3130749"/>
                    <a:pt x="2961372" y="3106269"/>
                  </a:cubicBezTo>
                  <a:cubicBezTo>
                    <a:pt x="2139936" y="3057978"/>
                    <a:pt x="1295450" y="3126939"/>
                    <a:pt x="528687" y="3444407"/>
                  </a:cubicBezTo>
                  <a:cubicBezTo>
                    <a:pt x="347007" y="3519832"/>
                    <a:pt x="171168" y="3608626"/>
                    <a:pt x="2622" y="3710059"/>
                  </a:cubicBezTo>
                  <a:cubicBezTo>
                    <a:pt x="-305" y="3712294"/>
                    <a:pt x="-866" y="3716478"/>
                    <a:pt x="1368" y="3719405"/>
                  </a:cubicBezTo>
                  <a:cubicBezTo>
                    <a:pt x="3221" y="3721830"/>
                    <a:pt x="6483" y="3722689"/>
                    <a:pt x="9289" y="37214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</p:grpSp>
      <p:sp>
        <p:nvSpPr>
          <p:cNvPr id="5" name="Rectangle 16">
            <a:extLst>
              <a:ext uri="{FF2B5EF4-FFF2-40B4-BE49-F238E27FC236}">
                <a16:creationId xmlns:a16="http://schemas.microsoft.com/office/drawing/2014/main" id="{D9668194-4B0D-7177-4708-8DCF731B5B86}"/>
              </a:ext>
            </a:extLst>
          </p:cNvPr>
          <p:cNvSpPr/>
          <p:nvPr/>
        </p:nvSpPr>
        <p:spPr>
          <a:xfrm>
            <a:off x="8810625" y="3429000"/>
            <a:ext cx="3381375" cy="3429000"/>
          </a:xfrm>
          <a:prstGeom prst="rect">
            <a:avLst/>
          </a:prstGeom>
          <a:solidFill>
            <a:srgbClr val="0051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2F664200-2D2B-0130-6FF8-808C3F8A1D8F}"/>
              </a:ext>
            </a:extLst>
          </p:cNvPr>
          <p:cNvCxnSpPr>
            <a:cxnSpLocks/>
            <a:stCxn id="13" idx="4"/>
            <a:endCxn id="14" idx="4"/>
          </p:cNvCxnSpPr>
          <p:nvPr/>
        </p:nvCxnSpPr>
        <p:spPr>
          <a:xfrm>
            <a:off x="627591" y="2625149"/>
            <a:ext cx="0" cy="2219167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6">
            <a:extLst>
              <a:ext uri="{FF2B5EF4-FFF2-40B4-BE49-F238E27FC236}">
                <a16:creationId xmlns:a16="http://schemas.microsoft.com/office/drawing/2014/main" id="{8268FC38-8E85-3921-B637-B812F86CB5B1}"/>
              </a:ext>
            </a:extLst>
          </p:cNvPr>
          <p:cNvSpPr/>
          <p:nvPr/>
        </p:nvSpPr>
        <p:spPr>
          <a:xfrm>
            <a:off x="542837" y="2471051"/>
            <a:ext cx="169508" cy="154098"/>
          </a:xfrm>
          <a:prstGeom prst="ellipse">
            <a:avLst/>
          </a:prstGeom>
          <a:solidFill>
            <a:srgbClr val="0051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19587570-890B-B395-1540-4D9DD1EB04A4}"/>
              </a:ext>
            </a:extLst>
          </p:cNvPr>
          <p:cNvSpPr/>
          <p:nvPr/>
        </p:nvSpPr>
        <p:spPr>
          <a:xfrm>
            <a:off x="542837" y="4690218"/>
            <a:ext cx="169508" cy="154098"/>
          </a:xfrm>
          <a:prstGeom prst="ellipse">
            <a:avLst/>
          </a:prstGeom>
          <a:solidFill>
            <a:srgbClr val="0051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5CDD1935-F112-D1B7-CF81-766DB2CAE4B0}"/>
              </a:ext>
            </a:extLst>
          </p:cNvPr>
          <p:cNvSpPr/>
          <p:nvPr/>
        </p:nvSpPr>
        <p:spPr>
          <a:xfrm>
            <a:off x="542837" y="3289331"/>
            <a:ext cx="169508" cy="154098"/>
          </a:xfrm>
          <a:prstGeom prst="ellipse">
            <a:avLst/>
          </a:prstGeom>
          <a:solidFill>
            <a:srgbClr val="0051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280122-8636-CBC5-E750-6B70A6974756}"/>
              </a:ext>
            </a:extLst>
          </p:cNvPr>
          <p:cNvSpPr txBox="1"/>
          <p:nvPr/>
        </p:nvSpPr>
        <p:spPr>
          <a:xfrm>
            <a:off x="445173" y="504396"/>
            <a:ext cx="11518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noProof="0" dirty="0">
                <a:solidFill>
                  <a:srgbClr val="707072"/>
                </a:solidFill>
                <a:latin typeface="Montserrat" pitchFamily="2" charset="0"/>
              </a:rPr>
              <a:t>STELLENAUSSCHREIBUNG</a:t>
            </a:r>
          </a:p>
          <a:p>
            <a:r>
              <a:rPr lang="de-DE" sz="3600" b="1" noProof="0" dirty="0">
                <a:solidFill>
                  <a:srgbClr val="005191"/>
                </a:solidFill>
                <a:latin typeface="Montserrat" pitchFamily="2" charset="0"/>
              </a:rPr>
              <a:t>ANALYTISCH</a:t>
            </a:r>
            <a:endParaRPr lang="de-DE" sz="3600" noProof="0" dirty="0">
              <a:solidFill>
                <a:srgbClr val="005191"/>
              </a:solidFill>
              <a:latin typeface="Montserrat" pitchFamily="2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56EDBA8-AF6D-F2EE-F41B-331D86F512AD}"/>
              </a:ext>
            </a:extLst>
          </p:cNvPr>
          <p:cNvSpPr txBox="1"/>
          <p:nvPr/>
        </p:nvSpPr>
        <p:spPr>
          <a:xfrm>
            <a:off x="805345" y="2322909"/>
            <a:ext cx="4293597" cy="2634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Hochwertiges Designkonzept mit klaren Darstellungen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Farbtöne in neutralen Grau- und Blautönen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Bildsprache eher technisch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Texte enthalten Fachausdrücke</a:t>
            </a:r>
          </a:p>
        </p:txBody>
      </p:sp>
      <p:sp>
        <p:nvSpPr>
          <p:cNvPr id="16" name="Oval 7">
            <a:extLst>
              <a:ext uri="{FF2B5EF4-FFF2-40B4-BE49-F238E27FC236}">
                <a16:creationId xmlns:a16="http://schemas.microsoft.com/office/drawing/2014/main" id="{AAFB0707-8AC7-C5E4-47D4-B773EC8184B7}"/>
              </a:ext>
            </a:extLst>
          </p:cNvPr>
          <p:cNvSpPr/>
          <p:nvPr/>
        </p:nvSpPr>
        <p:spPr>
          <a:xfrm>
            <a:off x="523216" y="4139863"/>
            <a:ext cx="169508" cy="154098"/>
          </a:xfrm>
          <a:prstGeom prst="ellipse">
            <a:avLst/>
          </a:prstGeom>
          <a:solidFill>
            <a:srgbClr val="0051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7ED03398-8CAE-AE0E-0FA9-56B44DFD9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0573" y="146147"/>
            <a:ext cx="4675256" cy="661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5999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4975D-5272-0CF1-9759-41F153CF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6C9BF378-84D1-4792-1C26-7CF50E01FE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B64A5B4-CFB9-3527-13C3-4D0EB1F92DA8}"/>
              </a:ext>
            </a:extLst>
          </p:cNvPr>
          <p:cNvSpPr txBox="1"/>
          <p:nvPr/>
        </p:nvSpPr>
        <p:spPr>
          <a:xfrm>
            <a:off x="673100" y="800100"/>
            <a:ext cx="223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Schritt 5:Vorfilterung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5FA31BC-8888-1792-0902-D760D2058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DAECCC9E-E765-8E62-7ADF-D1BC491C924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88000">
                <a:schemeClr val="bg1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B4A8E-736D-5C4D-BD3F-C7FACC7532E1}"/>
              </a:ext>
            </a:extLst>
          </p:cNvPr>
          <p:cNvSpPr txBox="1"/>
          <p:nvPr/>
        </p:nvSpPr>
        <p:spPr>
          <a:xfrm>
            <a:off x="416391" y="4794118"/>
            <a:ext cx="10908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800" dirty="0">
                <a:solidFill>
                  <a:srgbClr val="707072"/>
                </a:solidFill>
                <a:latin typeface="Montserrat" pitchFamily="2" charset="0"/>
              </a:rPr>
              <a:t>4. SCHRITT</a:t>
            </a:r>
            <a:endParaRPr lang="de-DE" sz="4800" noProof="0" dirty="0">
              <a:solidFill>
                <a:srgbClr val="707072"/>
              </a:solidFill>
              <a:latin typeface="Montserrat" pitchFamily="2" charset="0"/>
            </a:endParaRPr>
          </a:p>
          <a:p>
            <a:r>
              <a:rPr lang="de-DE" sz="4800" noProof="0" dirty="0">
                <a:solidFill>
                  <a:srgbClr val="6E5537"/>
                </a:solidFill>
                <a:latin typeface="Montserrat" pitchFamily="2" charset="0"/>
              </a:rPr>
              <a:t>VORFILTERUNG</a:t>
            </a:r>
          </a:p>
        </p:txBody>
      </p:sp>
    </p:spTree>
    <p:extLst>
      <p:ext uri="{BB962C8B-B14F-4D97-AF65-F5344CB8AC3E}">
        <p14:creationId xmlns:p14="http://schemas.microsoft.com/office/powerpoint/2010/main" val="952380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2523-28E1-FE37-E38E-178A8C271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22E24BF7-7391-1C7F-E806-FBE005E23D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DDB2F86-C9F3-2124-2791-E6528245B798}"/>
              </a:ext>
            </a:extLst>
          </p:cNvPr>
          <p:cNvSpPr txBox="1"/>
          <p:nvPr/>
        </p:nvSpPr>
        <p:spPr>
          <a:xfrm>
            <a:off x="673100" y="800100"/>
            <a:ext cx="2199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Schritt 5:Assesment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AC83CFF-FA1F-678C-CB76-CBA964687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BFFAEFA0-3890-0FD7-C2C3-FA59B3B5810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88000">
                <a:schemeClr val="bg1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8FDF5-1E31-759E-2486-8028DE45AF9D}"/>
              </a:ext>
            </a:extLst>
          </p:cNvPr>
          <p:cNvSpPr txBox="1"/>
          <p:nvPr/>
        </p:nvSpPr>
        <p:spPr>
          <a:xfrm>
            <a:off x="416391" y="4794118"/>
            <a:ext cx="10908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800" noProof="0" dirty="0">
                <a:solidFill>
                  <a:srgbClr val="707072"/>
                </a:solidFill>
                <a:latin typeface="Montserrat" pitchFamily="2" charset="0"/>
              </a:rPr>
              <a:t>5. SCHRITT</a:t>
            </a:r>
          </a:p>
          <a:p>
            <a:r>
              <a:rPr lang="de-DE" sz="4800" noProof="0" dirty="0">
                <a:solidFill>
                  <a:srgbClr val="6E5537"/>
                </a:solidFill>
                <a:latin typeface="Montserrat" pitchFamily="2" charset="0"/>
              </a:rPr>
              <a:t>ASSESSMENT-CENTER</a:t>
            </a:r>
          </a:p>
        </p:txBody>
      </p:sp>
    </p:spTree>
    <p:extLst>
      <p:ext uri="{BB962C8B-B14F-4D97-AF65-F5344CB8AC3E}">
        <p14:creationId xmlns:p14="http://schemas.microsoft.com/office/powerpoint/2010/main" val="307819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60068-47B6-122F-171A-858CE4A1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1F910F1-79AA-AFF1-650A-1FA307C5F3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69D730E-58D7-1AB4-9DBF-6718A6A55CC7}"/>
              </a:ext>
            </a:extLst>
          </p:cNvPr>
          <p:cNvSpPr txBox="1"/>
          <p:nvPr/>
        </p:nvSpPr>
        <p:spPr>
          <a:xfrm>
            <a:off x="673100" y="800100"/>
            <a:ext cx="225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Schritt 5:Onboarding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363667D-0DAE-AA2C-0DA8-24FA78846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6C19BDF8-6BD8-5B5E-2A56-AD0CB38D675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88000">
                <a:schemeClr val="bg1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F346C-6BA8-F0E1-32B0-2311A7BB36C3}"/>
              </a:ext>
            </a:extLst>
          </p:cNvPr>
          <p:cNvSpPr txBox="1"/>
          <p:nvPr/>
        </p:nvSpPr>
        <p:spPr>
          <a:xfrm>
            <a:off x="416391" y="4794118"/>
            <a:ext cx="10908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800" noProof="0" dirty="0">
                <a:solidFill>
                  <a:srgbClr val="707072"/>
                </a:solidFill>
                <a:latin typeface="Montserrat" pitchFamily="2" charset="0"/>
              </a:rPr>
              <a:t>6. SCHRITT</a:t>
            </a:r>
          </a:p>
          <a:p>
            <a:r>
              <a:rPr lang="de-DE" sz="4800" noProof="0" dirty="0">
                <a:solidFill>
                  <a:srgbClr val="6E5537"/>
                </a:solidFill>
                <a:latin typeface="Montserrat" pitchFamily="2" charset="0"/>
              </a:rPr>
              <a:t>ONBOARDING</a:t>
            </a:r>
          </a:p>
        </p:txBody>
      </p:sp>
    </p:spTree>
    <p:extLst>
      <p:ext uri="{BB962C8B-B14F-4D97-AF65-F5344CB8AC3E}">
        <p14:creationId xmlns:p14="http://schemas.microsoft.com/office/powerpoint/2010/main" val="1345336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B2A6-4C61-3DA2-569A-F2741CBD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9">
            <a:extLst>
              <a:ext uri="{FF2B5EF4-FFF2-40B4-BE49-F238E27FC236}">
                <a16:creationId xmlns:a16="http://schemas.microsoft.com/office/drawing/2014/main" id="{032EE5D7-0FA1-368F-5B37-79386D71C08B}"/>
              </a:ext>
            </a:extLst>
          </p:cNvPr>
          <p:cNvSpPr/>
          <p:nvPr/>
        </p:nvSpPr>
        <p:spPr>
          <a:xfrm>
            <a:off x="0" y="2826134"/>
            <a:ext cx="12192000" cy="4038113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0">
                <a:schemeClr val="bg1">
                  <a:lumMod val="85000"/>
                </a:schemeClr>
              </a:gs>
              <a:gs pos="59000">
                <a:srgbClr val="EBEBEB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31" name="Group 11">
            <a:extLst>
              <a:ext uri="{FF2B5EF4-FFF2-40B4-BE49-F238E27FC236}">
                <a16:creationId xmlns:a16="http://schemas.microsoft.com/office/drawing/2014/main" id="{AD3EE2A6-BC1F-E209-7937-34D180BCD3FF}"/>
              </a:ext>
            </a:extLst>
          </p:cNvPr>
          <p:cNvGrpSpPr/>
          <p:nvPr/>
        </p:nvGrpSpPr>
        <p:grpSpPr>
          <a:xfrm rot="2980602">
            <a:off x="4760959" y="-1855977"/>
            <a:ext cx="15651267" cy="5032690"/>
            <a:chOff x="-1052091" y="-1253208"/>
            <a:chExt cx="9331335" cy="3000507"/>
          </a:xfrm>
          <a:solidFill>
            <a:schemeClr val="bg1">
              <a:lumMod val="85000"/>
            </a:schemeClr>
          </a:solidFill>
        </p:grpSpPr>
        <p:sp>
          <p:nvSpPr>
            <p:cNvPr id="32" name="Freeform 172">
              <a:extLst>
                <a:ext uri="{FF2B5EF4-FFF2-40B4-BE49-F238E27FC236}">
                  <a16:creationId xmlns:a16="http://schemas.microsoft.com/office/drawing/2014/main" id="{9D99EEDD-C4C2-7C28-CBE5-6AD220056841}"/>
                </a:ext>
              </a:extLst>
            </p:cNvPr>
            <p:cNvSpPr/>
            <p:nvPr/>
          </p:nvSpPr>
          <p:spPr>
            <a:xfrm>
              <a:off x="-1052091" y="-10083"/>
              <a:ext cx="9318432" cy="1757382"/>
            </a:xfrm>
            <a:custGeom>
              <a:avLst/>
              <a:gdLst>
                <a:gd name="connsiteX0" fmla="*/ 17817 w 20542684"/>
                <a:gd name="connsiteY0" fmla="*/ 3613989 h 3874187"/>
                <a:gd name="connsiteX1" fmla="*/ 4012983 w 20542684"/>
                <a:gd name="connsiteY1" fmla="*/ 3130310 h 3874187"/>
                <a:gd name="connsiteX2" fmla="*/ 8399436 w 20542684"/>
                <a:gd name="connsiteY2" fmla="*/ 3873260 h 3874187"/>
                <a:gd name="connsiteX3" fmla="*/ 10488173 w 20542684"/>
                <a:gd name="connsiteY3" fmla="*/ 3517883 h 3874187"/>
                <a:gd name="connsiteX4" fmla="*/ 12210864 w 20542684"/>
                <a:gd name="connsiteY4" fmla="*/ 2576908 h 3874187"/>
                <a:gd name="connsiteX5" fmla="*/ 13879739 w 20542684"/>
                <a:gd name="connsiteY5" fmla="*/ 1463244 h 3874187"/>
                <a:gd name="connsiteX6" fmla="*/ 15800075 w 20542684"/>
                <a:gd name="connsiteY6" fmla="*/ 553416 h 3874187"/>
                <a:gd name="connsiteX7" fmla="*/ 19967262 w 20542684"/>
                <a:gd name="connsiteY7" fmla="*/ 73928 h 3874187"/>
                <a:gd name="connsiteX8" fmla="*/ 20527714 w 20542684"/>
                <a:gd name="connsiteY8" fmla="*/ 150128 h 3874187"/>
                <a:gd name="connsiteX9" fmla="*/ 20534096 w 20542684"/>
                <a:gd name="connsiteY9" fmla="*/ 127078 h 3874187"/>
                <a:gd name="connsiteX10" fmla="*/ 16371099 w 20542684"/>
                <a:gd name="connsiteY10" fmla="*/ 351963 h 3874187"/>
                <a:gd name="connsiteX11" fmla="*/ 14438000 w 20542684"/>
                <a:gd name="connsiteY11" fmla="*/ 1116439 h 3874187"/>
                <a:gd name="connsiteX12" fmla="*/ 12705688 w 20542684"/>
                <a:gd name="connsiteY12" fmla="*/ 2213243 h 3874187"/>
                <a:gd name="connsiteX13" fmla="*/ 10997094 w 20542684"/>
                <a:gd name="connsiteY13" fmla="*/ 3266137 h 3874187"/>
                <a:gd name="connsiteX14" fmla="*/ 8895879 w 20542684"/>
                <a:gd name="connsiteY14" fmla="*/ 3839256 h 3874187"/>
                <a:gd name="connsiteX15" fmla="*/ 4360264 w 20542684"/>
                <a:gd name="connsiteY15" fmla="*/ 3165934 h 3874187"/>
                <a:gd name="connsiteX16" fmla="*/ 453585 w 20542684"/>
                <a:gd name="connsiteY16" fmla="*/ 3361101 h 3874187"/>
                <a:gd name="connsiteX17" fmla="*/ 5910 w 20542684"/>
                <a:gd name="connsiteY17" fmla="*/ 3593416 h 3874187"/>
                <a:gd name="connsiteX18" fmla="*/ 1625 w 20542684"/>
                <a:gd name="connsiteY18" fmla="*/ 3609704 h 3874187"/>
                <a:gd name="connsiteX19" fmla="*/ 17912 w 20542684"/>
                <a:gd name="connsiteY19" fmla="*/ 3613990 h 387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542684" h="3874187">
                  <a:moveTo>
                    <a:pt x="17817" y="3613989"/>
                  </a:moveTo>
                  <a:cubicBezTo>
                    <a:pt x="1217967" y="2894185"/>
                    <a:pt x="2674244" y="2917141"/>
                    <a:pt x="4012983" y="3130310"/>
                  </a:cubicBezTo>
                  <a:cubicBezTo>
                    <a:pt x="5477356" y="3363577"/>
                    <a:pt x="6905725" y="3847638"/>
                    <a:pt x="8399436" y="3873260"/>
                  </a:cubicBezTo>
                  <a:cubicBezTo>
                    <a:pt x="9113811" y="3885452"/>
                    <a:pt x="9820947" y="3778010"/>
                    <a:pt x="10488173" y="3517883"/>
                  </a:cubicBezTo>
                  <a:cubicBezTo>
                    <a:pt x="11100059" y="3279758"/>
                    <a:pt x="11665177" y="2938667"/>
                    <a:pt x="12210864" y="2576908"/>
                  </a:cubicBezTo>
                  <a:cubicBezTo>
                    <a:pt x="12768267" y="2207528"/>
                    <a:pt x="13309478" y="1813193"/>
                    <a:pt x="13879739" y="1463244"/>
                  </a:cubicBezTo>
                  <a:cubicBezTo>
                    <a:pt x="14484620" y="1090594"/>
                    <a:pt x="15128591" y="785489"/>
                    <a:pt x="15800075" y="553416"/>
                  </a:cubicBezTo>
                  <a:cubicBezTo>
                    <a:pt x="17132718" y="95264"/>
                    <a:pt x="18565278" y="-72281"/>
                    <a:pt x="19967262" y="73928"/>
                  </a:cubicBezTo>
                  <a:cubicBezTo>
                    <a:pt x="20154778" y="93550"/>
                    <a:pt x="20341594" y="118950"/>
                    <a:pt x="20527714" y="150128"/>
                  </a:cubicBezTo>
                  <a:cubicBezTo>
                    <a:pt x="20542762" y="152509"/>
                    <a:pt x="20549144" y="129649"/>
                    <a:pt x="20534096" y="127078"/>
                  </a:cubicBezTo>
                  <a:cubicBezTo>
                    <a:pt x="19150398" y="-100379"/>
                    <a:pt x="17722602" y="-20750"/>
                    <a:pt x="16371099" y="351963"/>
                  </a:cubicBezTo>
                  <a:cubicBezTo>
                    <a:pt x="15701031" y="536277"/>
                    <a:pt x="15052888" y="792596"/>
                    <a:pt x="14438000" y="1116439"/>
                  </a:cubicBezTo>
                  <a:cubicBezTo>
                    <a:pt x="13832591" y="1436003"/>
                    <a:pt x="13269378" y="1826528"/>
                    <a:pt x="12705688" y="2213243"/>
                  </a:cubicBezTo>
                  <a:cubicBezTo>
                    <a:pt x="12153905" y="2591291"/>
                    <a:pt x="11597645" y="2968576"/>
                    <a:pt x="10997094" y="3266137"/>
                  </a:cubicBezTo>
                  <a:cubicBezTo>
                    <a:pt x="10336344" y="3593511"/>
                    <a:pt x="9633590" y="3795155"/>
                    <a:pt x="8895879" y="3839256"/>
                  </a:cubicBezTo>
                  <a:cubicBezTo>
                    <a:pt x="7351972" y="3931649"/>
                    <a:pt x="5861118" y="3441302"/>
                    <a:pt x="4360264" y="3165934"/>
                  </a:cubicBezTo>
                  <a:cubicBezTo>
                    <a:pt x="3077532" y="2930571"/>
                    <a:pt x="1678215" y="2823605"/>
                    <a:pt x="453585" y="3361101"/>
                  </a:cubicBezTo>
                  <a:cubicBezTo>
                    <a:pt x="299615" y="3429030"/>
                    <a:pt x="150092" y="3506623"/>
                    <a:pt x="5910" y="3593416"/>
                  </a:cubicBezTo>
                  <a:cubicBezTo>
                    <a:pt x="229" y="3596730"/>
                    <a:pt x="-1690" y="3604022"/>
                    <a:pt x="1625" y="3609704"/>
                  </a:cubicBezTo>
                  <a:cubicBezTo>
                    <a:pt x="4938" y="3615385"/>
                    <a:pt x="12231" y="3617304"/>
                    <a:pt x="17912" y="3613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3" name="Freeform 173">
              <a:extLst>
                <a:ext uri="{FF2B5EF4-FFF2-40B4-BE49-F238E27FC236}">
                  <a16:creationId xmlns:a16="http://schemas.microsoft.com/office/drawing/2014/main" id="{FCD9EA90-D982-A234-0F33-FF9E2E063F7E}"/>
                </a:ext>
              </a:extLst>
            </p:cNvPr>
            <p:cNvSpPr/>
            <p:nvPr/>
          </p:nvSpPr>
          <p:spPr>
            <a:xfrm>
              <a:off x="-1049093" y="-163208"/>
              <a:ext cx="9316875" cy="1819901"/>
            </a:xfrm>
            <a:custGeom>
              <a:avLst/>
              <a:gdLst>
                <a:gd name="connsiteX0" fmla="*/ 15018 w 20539253"/>
                <a:gd name="connsiteY0" fmla="*/ 3622467 h 4012011"/>
                <a:gd name="connsiteX1" fmla="*/ 4096195 w 20539253"/>
                <a:gd name="connsiteY1" fmla="*/ 3152599 h 4012011"/>
                <a:gd name="connsiteX2" fmla="*/ 6294089 w 20539253"/>
                <a:gd name="connsiteY2" fmla="*/ 3640565 h 4012011"/>
                <a:gd name="connsiteX3" fmla="*/ 8537416 w 20539253"/>
                <a:gd name="connsiteY3" fmla="*/ 4009468 h 4012011"/>
                <a:gd name="connsiteX4" fmla="*/ 10549763 w 20539253"/>
                <a:gd name="connsiteY4" fmla="*/ 3635802 h 4012011"/>
                <a:gd name="connsiteX5" fmla="*/ 12209875 w 20539253"/>
                <a:gd name="connsiteY5" fmla="*/ 2609198 h 4012011"/>
                <a:gd name="connsiteX6" fmla="*/ 13810837 w 20539253"/>
                <a:gd name="connsiteY6" fmla="*/ 1444957 h 4012011"/>
                <a:gd name="connsiteX7" fmla="*/ 15731458 w 20539253"/>
                <a:gd name="connsiteY7" fmla="*/ 529223 h 4012011"/>
                <a:gd name="connsiteX8" fmla="*/ 19970084 w 20539253"/>
                <a:gd name="connsiteY8" fmla="*/ 81548 h 4012011"/>
                <a:gd name="connsiteX9" fmla="*/ 20525106 w 20539253"/>
                <a:gd name="connsiteY9" fmla="*/ 157748 h 4012011"/>
                <a:gd name="connsiteX10" fmla="*/ 20531106 w 20539253"/>
                <a:gd name="connsiteY10" fmla="*/ 136031 h 4012011"/>
                <a:gd name="connsiteX11" fmla="*/ 16314579 w 20539253"/>
                <a:gd name="connsiteY11" fmla="*/ 329960 h 4012011"/>
                <a:gd name="connsiteX12" fmla="*/ 14353191 w 20539253"/>
                <a:gd name="connsiteY12" fmla="*/ 1100057 h 4012011"/>
                <a:gd name="connsiteX13" fmla="*/ 12686316 w 20539253"/>
                <a:gd name="connsiteY13" fmla="*/ 2222864 h 4012011"/>
                <a:gd name="connsiteX14" fmla="*/ 11049159 w 20539253"/>
                <a:gd name="connsiteY14" fmla="*/ 3358148 h 4012011"/>
                <a:gd name="connsiteX15" fmla="*/ 9042622 w 20539253"/>
                <a:gd name="connsiteY15" fmla="*/ 3979941 h 4012011"/>
                <a:gd name="connsiteX16" fmla="*/ 6695663 w 20539253"/>
                <a:gd name="connsiteY16" fmla="*/ 3713241 h 4012011"/>
                <a:gd name="connsiteX17" fmla="*/ 4459288 w 20539253"/>
                <a:gd name="connsiteY17" fmla="*/ 3195080 h 4012011"/>
                <a:gd name="connsiteX18" fmla="*/ 451644 w 20539253"/>
                <a:gd name="connsiteY18" fmla="*/ 3370721 h 4012011"/>
                <a:gd name="connsiteX19" fmla="*/ 3969 w 20539253"/>
                <a:gd name="connsiteY19" fmla="*/ 3603036 h 4012011"/>
                <a:gd name="connsiteX20" fmla="*/ 2669 w 20539253"/>
                <a:gd name="connsiteY20" fmla="*/ 3618878 h 4012011"/>
                <a:gd name="connsiteX21" fmla="*/ 15304 w 20539253"/>
                <a:gd name="connsiteY21" fmla="*/ 3622086 h 401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9253" h="4012011">
                  <a:moveTo>
                    <a:pt x="15018" y="3622467"/>
                  </a:moveTo>
                  <a:cubicBezTo>
                    <a:pt x="1241076" y="2887137"/>
                    <a:pt x="2732024" y="2926571"/>
                    <a:pt x="4096195" y="3152599"/>
                  </a:cubicBezTo>
                  <a:cubicBezTo>
                    <a:pt x="4837716" y="3275471"/>
                    <a:pt x="5564474" y="3462828"/>
                    <a:pt x="6294089" y="3640565"/>
                  </a:cubicBezTo>
                  <a:cubicBezTo>
                    <a:pt x="7030085" y="3819921"/>
                    <a:pt x="7777417" y="3985560"/>
                    <a:pt x="8537416" y="4009468"/>
                  </a:cubicBezTo>
                  <a:cubicBezTo>
                    <a:pt x="9231027" y="4030994"/>
                    <a:pt x="9913684" y="3916694"/>
                    <a:pt x="10549763" y="3635802"/>
                  </a:cubicBezTo>
                  <a:cubicBezTo>
                    <a:pt x="11146981" y="3371864"/>
                    <a:pt x="11687429" y="2996770"/>
                    <a:pt x="12209875" y="2609198"/>
                  </a:cubicBezTo>
                  <a:cubicBezTo>
                    <a:pt x="12739656" y="2216101"/>
                    <a:pt x="13255339" y="1802144"/>
                    <a:pt x="13810837" y="1444957"/>
                  </a:cubicBezTo>
                  <a:cubicBezTo>
                    <a:pt x="14408817" y="1060433"/>
                    <a:pt x="15058612" y="756490"/>
                    <a:pt x="15731458" y="529223"/>
                  </a:cubicBezTo>
                  <a:cubicBezTo>
                    <a:pt x="17088676" y="71071"/>
                    <a:pt x="18547810" y="-73614"/>
                    <a:pt x="19970084" y="81548"/>
                  </a:cubicBezTo>
                  <a:cubicBezTo>
                    <a:pt x="20155820" y="101805"/>
                    <a:pt x="20340828" y="127205"/>
                    <a:pt x="20525106" y="157748"/>
                  </a:cubicBezTo>
                  <a:cubicBezTo>
                    <a:pt x="20539298" y="160034"/>
                    <a:pt x="20545394" y="138698"/>
                    <a:pt x="20531106" y="136031"/>
                  </a:cubicBezTo>
                  <a:cubicBezTo>
                    <a:pt x="19132360" y="-93331"/>
                    <a:pt x="17685988" y="-35228"/>
                    <a:pt x="16314579" y="329960"/>
                  </a:cubicBezTo>
                  <a:cubicBezTo>
                    <a:pt x="15633268" y="510147"/>
                    <a:pt x="14975095" y="768564"/>
                    <a:pt x="14353191" y="1100057"/>
                  </a:cubicBezTo>
                  <a:cubicBezTo>
                    <a:pt x="13760355" y="1417525"/>
                    <a:pt x="13221049" y="1818051"/>
                    <a:pt x="12686316" y="2222864"/>
                  </a:cubicBezTo>
                  <a:cubicBezTo>
                    <a:pt x="12156726" y="2623295"/>
                    <a:pt x="11627993" y="3030869"/>
                    <a:pt x="11049159" y="3358148"/>
                  </a:cubicBezTo>
                  <a:cubicBezTo>
                    <a:pt x="10427081" y="3710097"/>
                    <a:pt x="9758998" y="3935364"/>
                    <a:pt x="9042622" y="3979941"/>
                  </a:cubicBezTo>
                  <a:cubicBezTo>
                    <a:pt x="8252048" y="4029089"/>
                    <a:pt x="7463568" y="3888977"/>
                    <a:pt x="6695663" y="3713241"/>
                  </a:cubicBezTo>
                  <a:cubicBezTo>
                    <a:pt x="5949570" y="3541791"/>
                    <a:pt x="5211763" y="3337955"/>
                    <a:pt x="4459288" y="3195080"/>
                  </a:cubicBezTo>
                  <a:cubicBezTo>
                    <a:pt x="3146457" y="2945144"/>
                    <a:pt x="1708086" y="2819224"/>
                    <a:pt x="451644" y="3370721"/>
                  </a:cubicBezTo>
                  <a:cubicBezTo>
                    <a:pt x="297673" y="3438651"/>
                    <a:pt x="148151" y="3516244"/>
                    <a:pt x="3969" y="3603036"/>
                  </a:cubicBezTo>
                  <a:cubicBezTo>
                    <a:pt x="-765" y="3607052"/>
                    <a:pt x="-1347" y="3614145"/>
                    <a:pt x="2669" y="3618878"/>
                  </a:cubicBezTo>
                  <a:cubicBezTo>
                    <a:pt x="5766" y="3622530"/>
                    <a:pt x="10838" y="3623818"/>
                    <a:pt x="15304" y="36220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4" name="Freeform 174">
              <a:extLst>
                <a:ext uri="{FF2B5EF4-FFF2-40B4-BE49-F238E27FC236}">
                  <a16:creationId xmlns:a16="http://schemas.microsoft.com/office/drawing/2014/main" id="{2C270DD1-B172-3FB2-0858-B8635A35B2AE}"/>
                </a:ext>
              </a:extLst>
            </p:cNvPr>
            <p:cNvSpPr/>
            <p:nvPr/>
          </p:nvSpPr>
          <p:spPr>
            <a:xfrm>
              <a:off x="-1047731" y="-316830"/>
              <a:ext cx="9317282" cy="1885909"/>
            </a:xfrm>
            <a:custGeom>
              <a:avLst/>
              <a:gdLst>
                <a:gd name="connsiteX0" fmla="*/ 15920 w 20540149"/>
                <a:gd name="connsiteY0" fmla="*/ 3632043 h 4157527"/>
                <a:gd name="connsiteX1" fmla="*/ 4199968 w 20540149"/>
                <a:gd name="connsiteY1" fmla="*/ 3179510 h 4157527"/>
                <a:gd name="connsiteX2" fmla="*/ 6407958 w 20540149"/>
                <a:gd name="connsiteY2" fmla="*/ 3712338 h 4157527"/>
                <a:gd name="connsiteX3" fmla="*/ 8663573 w 20540149"/>
                <a:gd name="connsiteY3" fmla="*/ 4153632 h 4157527"/>
                <a:gd name="connsiteX4" fmla="*/ 10611340 w 20540149"/>
                <a:gd name="connsiteY4" fmla="*/ 3749295 h 4157527"/>
                <a:gd name="connsiteX5" fmla="*/ 12173917 w 20540149"/>
                <a:gd name="connsiteY5" fmla="*/ 2670970 h 4157527"/>
                <a:gd name="connsiteX6" fmla="*/ 13728301 w 20540149"/>
                <a:gd name="connsiteY6" fmla="*/ 1442245 h 4157527"/>
                <a:gd name="connsiteX7" fmla="*/ 15625586 w 20540149"/>
                <a:gd name="connsiteY7" fmla="*/ 518987 h 4157527"/>
                <a:gd name="connsiteX8" fmla="*/ 19956890 w 20540149"/>
                <a:gd name="connsiteY8" fmla="*/ 88552 h 4157527"/>
                <a:gd name="connsiteX9" fmla="*/ 20526866 w 20540149"/>
                <a:gd name="connsiteY9" fmla="*/ 167895 h 4157527"/>
                <a:gd name="connsiteX10" fmla="*/ 20532484 w 20540149"/>
                <a:gd name="connsiteY10" fmla="*/ 147512 h 4157527"/>
                <a:gd name="connsiteX11" fmla="*/ 16223375 w 20540149"/>
                <a:gd name="connsiteY11" fmla="*/ 318105 h 4157527"/>
                <a:gd name="connsiteX12" fmla="*/ 14228173 w 20540149"/>
                <a:gd name="connsiteY12" fmla="*/ 1109251 h 4157527"/>
                <a:gd name="connsiteX13" fmla="*/ 12676456 w 20540149"/>
                <a:gd name="connsiteY13" fmla="*/ 2228058 h 4157527"/>
                <a:gd name="connsiteX14" fmla="*/ 11088733 w 20540149"/>
                <a:gd name="connsiteY14" fmla="*/ 3452211 h 4157527"/>
                <a:gd name="connsiteX15" fmla="*/ 9155158 w 20540149"/>
                <a:gd name="connsiteY15" fmla="*/ 4127343 h 4157527"/>
                <a:gd name="connsiteX16" fmla="*/ 6835250 w 20540149"/>
                <a:gd name="connsiteY16" fmla="*/ 3808160 h 4157527"/>
                <a:gd name="connsiteX17" fmla="*/ 4578491 w 20540149"/>
                <a:gd name="connsiteY17" fmla="*/ 3228278 h 4157527"/>
                <a:gd name="connsiteX18" fmla="*/ 468264 w 20540149"/>
                <a:gd name="connsiteY18" fmla="*/ 3374772 h 4157527"/>
                <a:gd name="connsiteX19" fmla="*/ 5254 w 20540149"/>
                <a:gd name="connsiteY19" fmla="*/ 3613755 h 4157527"/>
                <a:gd name="connsiteX20" fmla="*/ 1443 w 20540149"/>
                <a:gd name="connsiteY20" fmla="*/ 3628232 h 4157527"/>
                <a:gd name="connsiteX21" fmla="*/ 15921 w 20540149"/>
                <a:gd name="connsiteY21" fmla="*/ 3632042 h 415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40149" h="4157527">
                  <a:moveTo>
                    <a:pt x="15920" y="3632043"/>
                  </a:moveTo>
                  <a:cubicBezTo>
                    <a:pt x="1273220" y="2878044"/>
                    <a:pt x="2805412" y="2938146"/>
                    <a:pt x="4199968" y="3179510"/>
                  </a:cubicBezTo>
                  <a:cubicBezTo>
                    <a:pt x="4948728" y="3309050"/>
                    <a:pt x="5677200" y="3506884"/>
                    <a:pt x="6407958" y="3712338"/>
                  </a:cubicBezTo>
                  <a:cubicBezTo>
                    <a:pt x="7144907" y="3919507"/>
                    <a:pt x="7894715" y="4121913"/>
                    <a:pt x="8663573" y="4153632"/>
                  </a:cubicBezTo>
                  <a:cubicBezTo>
                    <a:pt x="9342325" y="4182207"/>
                    <a:pt x="10003264" y="4054191"/>
                    <a:pt x="10611340" y="3749295"/>
                  </a:cubicBezTo>
                  <a:cubicBezTo>
                    <a:pt x="11178935" y="3464784"/>
                    <a:pt x="11684808" y="3071496"/>
                    <a:pt x="12173917" y="2670970"/>
                  </a:cubicBezTo>
                  <a:cubicBezTo>
                    <a:pt x="12684933" y="2252918"/>
                    <a:pt x="13182043" y="1814387"/>
                    <a:pt x="13728301" y="1442245"/>
                  </a:cubicBezTo>
                  <a:cubicBezTo>
                    <a:pt x="14310469" y="1045148"/>
                    <a:pt x="14958741" y="743777"/>
                    <a:pt x="15625586" y="518987"/>
                  </a:cubicBezTo>
                  <a:cubicBezTo>
                    <a:pt x="17012616" y="51214"/>
                    <a:pt x="18505852" y="-74230"/>
                    <a:pt x="19956890" y="88552"/>
                  </a:cubicBezTo>
                  <a:cubicBezTo>
                    <a:pt x="20147390" y="110015"/>
                    <a:pt x="20337382" y="136463"/>
                    <a:pt x="20526866" y="167895"/>
                  </a:cubicBezTo>
                  <a:cubicBezTo>
                    <a:pt x="20540200" y="170086"/>
                    <a:pt x="20545916" y="149703"/>
                    <a:pt x="20532484" y="147512"/>
                  </a:cubicBezTo>
                  <a:cubicBezTo>
                    <a:pt x="19104784" y="-88041"/>
                    <a:pt x="17625836" y="-48798"/>
                    <a:pt x="16223375" y="318105"/>
                  </a:cubicBezTo>
                  <a:cubicBezTo>
                    <a:pt x="15529574" y="499651"/>
                    <a:pt x="14856157" y="762160"/>
                    <a:pt x="14228173" y="1109251"/>
                  </a:cubicBezTo>
                  <a:cubicBezTo>
                    <a:pt x="13667913" y="1419004"/>
                    <a:pt x="13168041" y="1821054"/>
                    <a:pt x="12676456" y="2228058"/>
                  </a:cubicBezTo>
                  <a:cubicBezTo>
                    <a:pt x="12162106" y="2653920"/>
                    <a:pt x="11653185" y="3092547"/>
                    <a:pt x="11088733" y="3452211"/>
                  </a:cubicBezTo>
                  <a:cubicBezTo>
                    <a:pt x="10498183" y="3828258"/>
                    <a:pt x="9858675" y="4080289"/>
                    <a:pt x="9155158" y="4127343"/>
                  </a:cubicBezTo>
                  <a:cubicBezTo>
                    <a:pt x="8369727" y="4179826"/>
                    <a:pt x="7589439" y="4009804"/>
                    <a:pt x="6835250" y="3808160"/>
                  </a:cubicBezTo>
                  <a:cubicBezTo>
                    <a:pt x="6084108" y="3607659"/>
                    <a:pt x="5342491" y="3379059"/>
                    <a:pt x="4578491" y="3228278"/>
                  </a:cubicBezTo>
                  <a:cubicBezTo>
                    <a:pt x="3235466" y="2963674"/>
                    <a:pt x="1759091" y="2814798"/>
                    <a:pt x="468264" y="3374772"/>
                  </a:cubicBezTo>
                  <a:cubicBezTo>
                    <a:pt x="308876" y="3444240"/>
                    <a:pt x="154207" y="3524072"/>
                    <a:pt x="5254" y="3613755"/>
                  </a:cubicBezTo>
                  <a:cubicBezTo>
                    <a:pt x="204" y="3616700"/>
                    <a:pt x="-1502" y="3623182"/>
                    <a:pt x="1443" y="3628232"/>
                  </a:cubicBezTo>
                  <a:cubicBezTo>
                    <a:pt x="4390" y="3633282"/>
                    <a:pt x="10871" y="3634988"/>
                    <a:pt x="15921" y="36320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5" name="Freeform 175">
              <a:extLst>
                <a:ext uri="{FF2B5EF4-FFF2-40B4-BE49-F238E27FC236}">
                  <a16:creationId xmlns:a16="http://schemas.microsoft.com/office/drawing/2014/main" id="{55C14220-15B3-D187-E6B4-490C4673CF30}"/>
                </a:ext>
              </a:extLst>
            </p:cNvPr>
            <p:cNvSpPr/>
            <p:nvPr/>
          </p:nvSpPr>
          <p:spPr>
            <a:xfrm>
              <a:off x="-1045650" y="-470934"/>
              <a:ext cx="9316796" cy="1954225"/>
            </a:xfrm>
            <a:custGeom>
              <a:avLst/>
              <a:gdLst>
                <a:gd name="connsiteX0" fmla="*/ 15428 w 20539078"/>
                <a:gd name="connsiteY0" fmla="*/ 3642584 h 4308131"/>
                <a:gd name="connsiteX1" fmla="*/ 4319109 w 20539078"/>
                <a:gd name="connsiteY1" fmla="*/ 3211102 h 4308131"/>
                <a:gd name="connsiteX2" fmla="*/ 6538434 w 20539078"/>
                <a:gd name="connsiteY2" fmla="*/ 3800128 h 4308131"/>
                <a:gd name="connsiteX3" fmla="*/ 8753377 w 20539078"/>
                <a:gd name="connsiteY3" fmla="*/ 4302857 h 4308131"/>
                <a:gd name="connsiteX4" fmla="*/ 10635803 w 20539078"/>
                <a:gd name="connsiteY4" fmla="*/ 3875661 h 4308131"/>
                <a:gd name="connsiteX5" fmla="*/ 12148659 w 20539078"/>
                <a:gd name="connsiteY5" fmla="*/ 2726184 h 4308131"/>
                <a:gd name="connsiteX6" fmla="*/ 13640940 w 20539078"/>
                <a:gd name="connsiteY6" fmla="*/ 1447071 h 4308131"/>
                <a:gd name="connsiteX7" fmla="*/ 15519175 w 20539078"/>
                <a:gd name="connsiteY7" fmla="*/ 507906 h 4308131"/>
                <a:gd name="connsiteX8" fmla="*/ 19941348 w 20539078"/>
                <a:gd name="connsiteY8" fmla="*/ 96141 h 4308131"/>
                <a:gd name="connsiteX9" fmla="*/ 20526658 w 20539078"/>
                <a:gd name="connsiteY9" fmla="*/ 178437 h 4308131"/>
                <a:gd name="connsiteX10" fmla="*/ 20531898 w 20539078"/>
                <a:gd name="connsiteY10" fmla="*/ 159387 h 4308131"/>
                <a:gd name="connsiteX11" fmla="*/ 16131347 w 20539078"/>
                <a:gd name="connsiteY11" fmla="*/ 305786 h 4308131"/>
                <a:gd name="connsiteX12" fmla="*/ 14094997 w 20539078"/>
                <a:gd name="connsiteY12" fmla="*/ 1125603 h 4308131"/>
                <a:gd name="connsiteX13" fmla="*/ 12620718 w 20539078"/>
                <a:gd name="connsiteY13" fmla="*/ 2273841 h 4308131"/>
                <a:gd name="connsiteX14" fmla="*/ 9264203 w 20539078"/>
                <a:gd name="connsiteY14" fmla="*/ 4277711 h 4308131"/>
                <a:gd name="connsiteX15" fmla="*/ 6951152 w 20539078"/>
                <a:gd name="connsiteY15" fmla="*/ 3909855 h 4308131"/>
                <a:gd name="connsiteX16" fmla="*/ 4678773 w 20539078"/>
                <a:gd name="connsiteY16" fmla="*/ 3260250 h 4308131"/>
                <a:gd name="connsiteX17" fmla="*/ 483391 w 20539078"/>
                <a:gd name="connsiteY17" fmla="*/ 3379980 h 4308131"/>
                <a:gd name="connsiteX18" fmla="*/ 5046 w 20539078"/>
                <a:gd name="connsiteY18" fmla="*/ 3625534 h 4308131"/>
                <a:gd name="connsiteX19" fmla="*/ 1236 w 20539078"/>
                <a:gd name="connsiteY19" fmla="*/ 3638869 h 4308131"/>
                <a:gd name="connsiteX20" fmla="*/ 14571 w 20539078"/>
                <a:gd name="connsiteY20" fmla="*/ 3642679 h 430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539078" h="4308131">
                  <a:moveTo>
                    <a:pt x="15428" y="3642584"/>
                  </a:moveTo>
                  <a:cubicBezTo>
                    <a:pt x="1308733" y="2866963"/>
                    <a:pt x="2889597" y="2952021"/>
                    <a:pt x="4319109" y="3211102"/>
                  </a:cubicBezTo>
                  <a:cubicBezTo>
                    <a:pt x="5077490" y="3348547"/>
                    <a:pt x="5805676" y="3564765"/>
                    <a:pt x="6538434" y="3800128"/>
                  </a:cubicBezTo>
                  <a:cubicBezTo>
                    <a:pt x="7258238" y="4031299"/>
                    <a:pt x="7993282" y="4262662"/>
                    <a:pt x="8753377" y="4302857"/>
                  </a:cubicBezTo>
                  <a:cubicBezTo>
                    <a:pt x="9416603" y="4337909"/>
                    <a:pt x="10055349" y="4198558"/>
                    <a:pt x="10635803" y="3875661"/>
                  </a:cubicBezTo>
                  <a:cubicBezTo>
                    <a:pt x="11191015" y="3567146"/>
                    <a:pt x="11677552" y="3147951"/>
                    <a:pt x="12148659" y="2726184"/>
                  </a:cubicBezTo>
                  <a:cubicBezTo>
                    <a:pt x="12636434" y="2289462"/>
                    <a:pt x="13110684" y="1833405"/>
                    <a:pt x="13640940" y="1447071"/>
                  </a:cubicBezTo>
                  <a:cubicBezTo>
                    <a:pt x="14208154" y="1033591"/>
                    <a:pt x="14855759" y="731934"/>
                    <a:pt x="15519175" y="507906"/>
                  </a:cubicBezTo>
                  <a:cubicBezTo>
                    <a:pt x="16934590" y="29942"/>
                    <a:pt x="18462400" y="-74357"/>
                    <a:pt x="19941348" y="96141"/>
                  </a:cubicBezTo>
                  <a:cubicBezTo>
                    <a:pt x="20137372" y="118334"/>
                    <a:pt x="20332252" y="146909"/>
                    <a:pt x="20526658" y="178437"/>
                  </a:cubicBezTo>
                  <a:cubicBezTo>
                    <a:pt x="20539136" y="180532"/>
                    <a:pt x="20544470" y="161387"/>
                    <a:pt x="20531898" y="159387"/>
                  </a:cubicBezTo>
                  <a:cubicBezTo>
                    <a:pt x="19075810" y="-80739"/>
                    <a:pt x="17564382" y="-63213"/>
                    <a:pt x="16131347" y="305786"/>
                  </a:cubicBezTo>
                  <a:cubicBezTo>
                    <a:pt x="15421639" y="488475"/>
                    <a:pt x="14729934" y="757938"/>
                    <a:pt x="14094997" y="1125603"/>
                  </a:cubicBezTo>
                  <a:cubicBezTo>
                    <a:pt x="13554739" y="1438404"/>
                    <a:pt x="13082490" y="1857694"/>
                    <a:pt x="12620718" y="2273841"/>
                  </a:cubicBezTo>
                  <a:cubicBezTo>
                    <a:pt x="11650692" y="3147284"/>
                    <a:pt x="10638756" y="4169888"/>
                    <a:pt x="9264203" y="4277711"/>
                  </a:cubicBezTo>
                  <a:cubicBezTo>
                    <a:pt x="8476866" y="4339528"/>
                    <a:pt x="7697341" y="4139503"/>
                    <a:pt x="6951152" y="3909855"/>
                  </a:cubicBezTo>
                  <a:cubicBezTo>
                    <a:pt x="6196486" y="3677636"/>
                    <a:pt x="5454203" y="3417508"/>
                    <a:pt x="4678773" y="3260250"/>
                  </a:cubicBezTo>
                  <a:cubicBezTo>
                    <a:pt x="3311554" y="2983073"/>
                    <a:pt x="1802794" y="2813814"/>
                    <a:pt x="483391" y="3379980"/>
                  </a:cubicBezTo>
                  <a:cubicBezTo>
                    <a:pt x="318608" y="3450995"/>
                    <a:pt x="158798" y="3533032"/>
                    <a:pt x="5046" y="3625534"/>
                  </a:cubicBezTo>
                  <a:cubicBezTo>
                    <a:pt x="311" y="3628165"/>
                    <a:pt x="-1394" y="3634135"/>
                    <a:pt x="1236" y="3638869"/>
                  </a:cubicBezTo>
                  <a:cubicBezTo>
                    <a:pt x="3866" y="3643604"/>
                    <a:pt x="9836" y="3645309"/>
                    <a:pt x="14571" y="36426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6" name="Freeform 176">
              <a:extLst>
                <a:ext uri="{FF2B5EF4-FFF2-40B4-BE49-F238E27FC236}">
                  <a16:creationId xmlns:a16="http://schemas.microsoft.com/office/drawing/2014/main" id="{16805482-27B4-50F0-0BD5-97BFFF451C81}"/>
                </a:ext>
              </a:extLst>
            </p:cNvPr>
            <p:cNvSpPr/>
            <p:nvPr/>
          </p:nvSpPr>
          <p:spPr>
            <a:xfrm>
              <a:off x="-1042449" y="-625723"/>
              <a:ext cx="9315206" cy="2024804"/>
            </a:xfrm>
            <a:custGeom>
              <a:avLst/>
              <a:gdLst>
                <a:gd name="connsiteX0" fmla="*/ 11991 w 20535573"/>
                <a:gd name="connsiteY0" fmla="*/ 3654826 h 4463725"/>
                <a:gd name="connsiteX1" fmla="*/ 4434829 w 20535573"/>
                <a:gd name="connsiteY1" fmla="*/ 3245251 h 4463725"/>
                <a:gd name="connsiteX2" fmla="*/ 5549254 w 20535573"/>
                <a:gd name="connsiteY2" fmla="*/ 3511951 h 4463725"/>
                <a:gd name="connsiteX3" fmla="*/ 6666823 w 20535573"/>
                <a:gd name="connsiteY3" fmla="*/ 3901429 h 4463725"/>
                <a:gd name="connsiteX4" fmla="*/ 8846904 w 20535573"/>
                <a:gd name="connsiteY4" fmla="*/ 4458546 h 4463725"/>
                <a:gd name="connsiteX5" fmla="*/ 10656654 w 20535573"/>
                <a:gd name="connsiteY5" fmla="*/ 4000679 h 4463725"/>
                <a:gd name="connsiteX6" fmla="*/ 12099501 w 20535573"/>
                <a:gd name="connsiteY6" fmla="*/ 2805101 h 4463725"/>
                <a:gd name="connsiteX7" fmla="*/ 13512440 w 20535573"/>
                <a:gd name="connsiteY7" fmla="*/ 1490651 h 4463725"/>
                <a:gd name="connsiteX8" fmla="*/ 15379340 w 20535573"/>
                <a:gd name="connsiteY8" fmla="*/ 509005 h 4463725"/>
                <a:gd name="connsiteX9" fmla="*/ 19941528 w 20535573"/>
                <a:gd name="connsiteY9" fmla="*/ 107145 h 4463725"/>
                <a:gd name="connsiteX10" fmla="*/ 20523888 w 20535573"/>
                <a:gd name="connsiteY10" fmla="*/ 190584 h 4463725"/>
                <a:gd name="connsiteX11" fmla="*/ 20528840 w 20535573"/>
                <a:gd name="connsiteY11" fmla="*/ 172677 h 4463725"/>
                <a:gd name="connsiteX12" fmla="*/ 16003037 w 20535573"/>
                <a:gd name="connsiteY12" fmla="*/ 302026 h 4463725"/>
                <a:gd name="connsiteX13" fmla="*/ 13975164 w 20535573"/>
                <a:gd name="connsiteY13" fmla="*/ 1137750 h 4463725"/>
                <a:gd name="connsiteX14" fmla="*/ 12549748 w 20535573"/>
                <a:gd name="connsiteY14" fmla="*/ 2338472 h 4463725"/>
                <a:gd name="connsiteX15" fmla="*/ 9335632 w 20535573"/>
                <a:gd name="connsiteY15" fmla="*/ 4433400 h 4463725"/>
                <a:gd name="connsiteX16" fmla="*/ 7078207 w 20535573"/>
                <a:gd name="connsiteY16" fmla="*/ 4028492 h 4463725"/>
                <a:gd name="connsiteX17" fmla="*/ 4826974 w 20535573"/>
                <a:gd name="connsiteY17" fmla="*/ 3304592 h 4463725"/>
                <a:gd name="connsiteX18" fmla="*/ 496813 w 20535573"/>
                <a:gd name="connsiteY18" fmla="*/ 3386507 h 4463725"/>
                <a:gd name="connsiteX19" fmla="*/ 3038 w 20535573"/>
                <a:gd name="connsiteY19" fmla="*/ 3638634 h 4463725"/>
                <a:gd name="connsiteX20" fmla="*/ 2551 w 20535573"/>
                <a:gd name="connsiteY20" fmla="*/ 3652096 h 4463725"/>
                <a:gd name="connsiteX21" fmla="*/ 12563 w 20535573"/>
                <a:gd name="connsiteY21" fmla="*/ 3654636 h 446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5573" h="4463725">
                  <a:moveTo>
                    <a:pt x="11991" y="3654826"/>
                  </a:moveTo>
                  <a:cubicBezTo>
                    <a:pt x="1341205" y="2857584"/>
                    <a:pt x="2970742" y="2969026"/>
                    <a:pt x="4434829" y="3245251"/>
                  </a:cubicBezTo>
                  <a:cubicBezTo>
                    <a:pt x="4811067" y="3316308"/>
                    <a:pt x="5183494" y="3398509"/>
                    <a:pt x="5549254" y="3511951"/>
                  </a:cubicBezTo>
                  <a:cubicBezTo>
                    <a:pt x="5926158" y="3628823"/>
                    <a:pt x="6296014" y="3766745"/>
                    <a:pt x="6666823" y="3901429"/>
                  </a:cubicBezTo>
                  <a:cubicBezTo>
                    <a:pt x="7370244" y="4157175"/>
                    <a:pt x="8093096" y="4415779"/>
                    <a:pt x="8846904" y="4458546"/>
                  </a:cubicBezTo>
                  <a:cubicBezTo>
                    <a:pt x="9494604" y="4495027"/>
                    <a:pt x="10105062" y="4338436"/>
                    <a:pt x="10656654" y="4000679"/>
                  </a:cubicBezTo>
                  <a:cubicBezTo>
                    <a:pt x="11190721" y="3673591"/>
                    <a:pt x="11652303" y="3239346"/>
                    <a:pt x="12099501" y="2805101"/>
                  </a:cubicBezTo>
                  <a:cubicBezTo>
                    <a:pt x="12560702" y="2357426"/>
                    <a:pt x="13008663" y="1891177"/>
                    <a:pt x="13512440" y="1490651"/>
                  </a:cubicBezTo>
                  <a:cubicBezTo>
                    <a:pt x="14066604" y="1049739"/>
                    <a:pt x="14711352" y="738652"/>
                    <a:pt x="15379340" y="509005"/>
                  </a:cubicBezTo>
                  <a:cubicBezTo>
                    <a:pt x="16837142" y="6942"/>
                    <a:pt x="18418482" y="-75259"/>
                    <a:pt x="19941528" y="107145"/>
                  </a:cubicBezTo>
                  <a:cubicBezTo>
                    <a:pt x="20136284" y="130449"/>
                    <a:pt x="20330404" y="158262"/>
                    <a:pt x="20523888" y="190584"/>
                  </a:cubicBezTo>
                  <a:cubicBezTo>
                    <a:pt x="20535604" y="192489"/>
                    <a:pt x="20540652" y="174677"/>
                    <a:pt x="20528840" y="172677"/>
                  </a:cubicBezTo>
                  <a:cubicBezTo>
                    <a:pt x="19033320" y="-73830"/>
                    <a:pt x="17477222" y="-78116"/>
                    <a:pt x="16003037" y="302026"/>
                  </a:cubicBezTo>
                  <a:cubicBezTo>
                    <a:pt x="15298187" y="483954"/>
                    <a:pt x="14595337" y="751892"/>
                    <a:pt x="13975164" y="1137750"/>
                  </a:cubicBezTo>
                  <a:cubicBezTo>
                    <a:pt x="13446622" y="1466553"/>
                    <a:pt x="12993042" y="1905655"/>
                    <a:pt x="12549748" y="2338472"/>
                  </a:cubicBezTo>
                  <a:cubicBezTo>
                    <a:pt x="11644873" y="3221820"/>
                    <a:pt x="10676943" y="4315576"/>
                    <a:pt x="9335632" y="4433400"/>
                  </a:cubicBezTo>
                  <a:cubicBezTo>
                    <a:pt x="8562583" y="4501218"/>
                    <a:pt x="7800012" y="4279667"/>
                    <a:pt x="7078207" y="4028492"/>
                  </a:cubicBezTo>
                  <a:cubicBezTo>
                    <a:pt x="6332876" y="3769222"/>
                    <a:pt x="5601832" y="3467946"/>
                    <a:pt x="4826974" y="3304592"/>
                  </a:cubicBezTo>
                  <a:cubicBezTo>
                    <a:pt x="3420417" y="3008365"/>
                    <a:pt x="1860793" y="2807959"/>
                    <a:pt x="496813" y="3386507"/>
                  </a:cubicBezTo>
                  <a:cubicBezTo>
                    <a:pt x="326580" y="3459009"/>
                    <a:pt x="161590" y="3543254"/>
                    <a:pt x="3038" y="3638634"/>
                  </a:cubicBezTo>
                  <a:cubicBezTo>
                    <a:pt x="-814" y="3642217"/>
                    <a:pt x="-1032" y="3648244"/>
                    <a:pt x="2551" y="3652096"/>
                  </a:cubicBezTo>
                  <a:cubicBezTo>
                    <a:pt x="5099" y="3654836"/>
                    <a:pt x="9016" y="3655830"/>
                    <a:pt x="12563" y="36546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7" name="Freeform 177">
              <a:extLst>
                <a:ext uri="{FF2B5EF4-FFF2-40B4-BE49-F238E27FC236}">
                  <a16:creationId xmlns:a16="http://schemas.microsoft.com/office/drawing/2014/main" id="{EF74B5D4-C6CC-6747-630A-374D588C97AB}"/>
                </a:ext>
              </a:extLst>
            </p:cNvPr>
            <p:cNvSpPr/>
            <p:nvPr/>
          </p:nvSpPr>
          <p:spPr>
            <a:xfrm>
              <a:off x="-1041149" y="-781291"/>
              <a:ext cx="9315502" cy="2097015"/>
            </a:xfrm>
            <a:custGeom>
              <a:avLst/>
              <a:gdLst>
                <a:gd name="connsiteX0" fmla="*/ 12937 w 20536226"/>
                <a:gd name="connsiteY0" fmla="*/ 3668690 h 4622915"/>
                <a:gd name="connsiteX1" fmla="*/ 4571506 w 20536226"/>
                <a:gd name="connsiteY1" fmla="*/ 3285118 h 4622915"/>
                <a:gd name="connsiteX2" fmla="*/ 5686979 w 20536226"/>
                <a:gd name="connsiteY2" fmla="*/ 3579631 h 4622915"/>
                <a:gd name="connsiteX3" fmla="*/ 6771686 w 20536226"/>
                <a:gd name="connsiteY3" fmla="*/ 4004732 h 4622915"/>
                <a:gd name="connsiteX4" fmla="*/ 8919573 w 20536226"/>
                <a:gd name="connsiteY4" fmla="*/ 4617666 h 4622915"/>
                <a:gd name="connsiteX5" fmla="*/ 10658457 w 20536226"/>
                <a:gd name="connsiteY5" fmla="*/ 4138367 h 4622915"/>
                <a:gd name="connsiteX6" fmla="*/ 12058061 w 20536226"/>
                <a:gd name="connsiteY6" fmla="*/ 2886116 h 4622915"/>
                <a:gd name="connsiteX7" fmla="*/ 13427565 w 20536226"/>
                <a:gd name="connsiteY7" fmla="*/ 1512515 h 4622915"/>
                <a:gd name="connsiteX8" fmla="*/ 15259794 w 20536226"/>
                <a:gd name="connsiteY8" fmla="*/ 504389 h 4622915"/>
                <a:gd name="connsiteX9" fmla="*/ 19911042 w 20536226"/>
                <a:gd name="connsiteY9" fmla="*/ 115674 h 4622915"/>
                <a:gd name="connsiteX10" fmla="*/ 20525404 w 20536226"/>
                <a:gd name="connsiteY10" fmla="*/ 204352 h 4622915"/>
                <a:gd name="connsiteX11" fmla="*/ 20529976 w 20536226"/>
                <a:gd name="connsiteY11" fmla="*/ 187778 h 4622915"/>
                <a:gd name="connsiteX12" fmla="*/ 15896731 w 20536226"/>
                <a:gd name="connsiteY12" fmla="*/ 294077 h 4622915"/>
                <a:gd name="connsiteX13" fmla="*/ 13871907 w 20536226"/>
                <a:gd name="connsiteY13" fmla="*/ 1149232 h 4622915"/>
                <a:gd name="connsiteX14" fmla="*/ 12502307 w 20536226"/>
                <a:gd name="connsiteY14" fmla="*/ 2392340 h 4622915"/>
                <a:gd name="connsiteX15" fmla="*/ 11101465 w 20536226"/>
                <a:gd name="connsiteY15" fmla="*/ 3782990 h 4622915"/>
                <a:gd name="connsiteX16" fmla="*/ 9403539 w 20536226"/>
                <a:gd name="connsiteY16" fmla="*/ 4591567 h 4622915"/>
                <a:gd name="connsiteX17" fmla="*/ 7180023 w 20536226"/>
                <a:gd name="connsiteY17" fmla="*/ 4149607 h 4622915"/>
                <a:gd name="connsiteX18" fmla="*/ 4976128 w 20536226"/>
                <a:gd name="connsiteY18" fmla="*/ 3351983 h 4622915"/>
                <a:gd name="connsiteX19" fmla="*/ 513379 w 20536226"/>
                <a:gd name="connsiteY19" fmla="*/ 3395227 h 4622915"/>
                <a:gd name="connsiteX20" fmla="*/ 4269 w 20536226"/>
                <a:gd name="connsiteY20" fmla="*/ 3653831 h 4622915"/>
                <a:gd name="connsiteX21" fmla="*/ 1173 w 20536226"/>
                <a:gd name="connsiteY21" fmla="*/ 3665594 h 4622915"/>
                <a:gd name="connsiteX22" fmla="*/ 12937 w 20536226"/>
                <a:gd name="connsiteY22" fmla="*/ 3668690 h 462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536226" h="4622915">
                  <a:moveTo>
                    <a:pt x="12937" y="3668690"/>
                  </a:moveTo>
                  <a:cubicBezTo>
                    <a:pt x="1383393" y="2846777"/>
                    <a:pt x="3068175" y="2988890"/>
                    <a:pt x="4571506" y="3285118"/>
                  </a:cubicBezTo>
                  <a:cubicBezTo>
                    <a:pt x="4950792" y="3359889"/>
                    <a:pt x="5321695" y="3451805"/>
                    <a:pt x="5686979" y="3579631"/>
                  </a:cubicBezTo>
                  <a:cubicBezTo>
                    <a:pt x="6052263" y="3707456"/>
                    <a:pt x="6412117" y="3858142"/>
                    <a:pt x="6771686" y="4004732"/>
                  </a:cubicBezTo>
                  <a:cubicBezTo>
                    <a:pt x="7459010" y="4284957"/>
                    <a:pt x="8170432" y="4571850"/>
                    <a:pt x="8919573" y="4617666"/>
                  </a:cubicBezTo>
                  <a:cubicBezTo>
                    <a:pt x="9550319" y="4655766"/>
                    <a:pt x="10134773" y="4485554"/>
                    <a:pt x="10658457" y="4138367"/>
                  </a:cubicBezTo>
                  <a:cubicBezTo>
                    <a:pt x="11182142" y="3791181"/>
                    <a:pt x="11626674" y="3337791"/>
                    <a:pt x="12058061" y="2886116"/>
                  </a:cubicBezTo>
                  <a:cubicBezTo>
                    <a:pt x="12504212" y="2419391"/>
                    <a:pt x="12936456" y="1933616"/>
                    <a:pt x="13427565" y="1512515"/>
                  </a:cubicBezTo>
                  <a:cubicBezTo>
                    <a:pt x="13963918" y="1052363"/>
                    <a:pt x="14594759" y="736609"/>
                    <a:pt x="15259794" y="504389"/>
                  </a:cubicBezTo>
                  <a:cubicBezTo>
                    <a:pt x="16744361" y="-14057"/>
                    <a:pt x="18361040" y="-73302"/>
                    <a:pt x="19911042" y="115674"/>
                  </a:cubicBezTo>
                  <a:cubicBezTo>
                    <a:pt x="20116464" y="140756"/>
                    <a:pt x="20321252" y="170316"/>
                    <a:pt x="20525404" y="204352"/>
                  </a:cubicBezTo>
                  <a:cubicBezTo>
                    <a:pt x="20536264" y="206161"/>
                    <a:pt x="20540930" y="189588"/>
                    <a:pt x="20529976" y="187778"/>
                  </a:cubicBezTo>
                  <a:cubicBezTo>
                    <a:pt x="19001214" y="-64253"/>
                    <a:pt x="17405872" y="-94067"/>
                    <a:pt x="15896731" y="294077"/>
                  </a:cubicBezTo>
                  <a:cubicBezTo>
                    <a:pt x="15193786" y="475052"/>
                    <a:pt x="14477506" y="742514"/>
                    <a:pt x="13871907" y="1149232"/>
                  </a:cubicBezTo>
                  <a:cubicBezTo>
                    <a:pt x="13359557" y="1493561"/>
                    <a:pt x="12925693" y="1946950"/>
                    <a:pt x="12502307" y="2392340"/>
                  </a:cubicBezTo>
                  <a:cubicBezTo>
                    <a:pt x="12049298" y="2868590"/>
                    <a:pt x="11606957" y="3360270"/>
                    <a:pt x="11101465" y="3782990"/>
                  </a:cubicBezTo>
                  <a:cubicBezTo>
                    <a:pt x="10608832" y="4195517"/>
                    <a:pt x="10054191" y="4525940"/>
                    <a:pt x="9403539" y="4591567"/>
                  </a:cubicBezTo>
                  <a:cubicBezTo>
                    <a:pt x="8637633" y="4669291"/>
                    <a:pt x="7884301" y="4423927"/>
                    <a:pt x="7180023" y="4149607"/>
                  </a:cubicBezTo>
                  <a:cubicBezTo>
                    <a:pt x="6453170" y="3866714"/>
                    <a:pt x="5740033" y="3526672"/>
                    <a:pt x="4976128" y="3351983"/>
                  </a:cubicBezTo>
                  <a:cubicBezTo>
                    <a:pt x="3540711" y="3023942"/>
                    <a:pt x="1911841" y="2809058"/>
                    <a:pt x="513379" y="3395227"/>
                  </a:cubicBezTo>
                  <a:cubicBezTo>
                    <a:pt x="337702" y="3469126"/>
                    <a:pt x="167560" y="3555549"/>
                    <a:pt x="4269" y="3653831"/>
                  </a:cubicBezTo>
                  <a:cubicBezTo>
                    <a:pt x="165" y="3656224"/>
                    <a:pt x="-1221" y="3661491"/>
                    <a:pt x="1173" y="3665594"/>
                  </a:cubicBezTo>
                  <a:cubicBezTo>
                    <a:pt x="3567" y="3669697"/>
                    <a:pt x="8833" y="3671083"/>
                    <a:pt x="12937" y="36686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8" name="Freeform 178">
              <a:extLst>
                <a:ext uri="{FF2B5EF4-FFF2-40B4-BE49-F238E27FC236}">
                  <a16:creationId xmlns:a16="http://schemas.microsoft.com/office/drawing/2014/main" id="{043EA1A2-BC01-AC90-E0C8-4AD09D6CF3D2}"/>
                </a:ext>
              </a:extLst>
            </p:cNvPr>
            <p:cNvSpPr/>
            <p:nvPr/>
          </p:nvSpPr>
          <p:spPr>
            <a:xfrm>
              <a:off x="-1038754" y="-937733"/>
              <a:ext cx="9314703" cy="2170858"/>
            </a:xfrm>
            <a:custGeom>
              <a:avLst/>
              <a:gdLst>
                <a:gd name="connsiteX0" fmla="*/ 11466 w 20534463"/>
                <a:gd name="connsiteY0" fmla="*/ 3684481 h 4785702"/>
                <a:gd name="connsiteX1" fmla="*/ 4705005 w 20534463"/>
                <a:gd name="connsiteY1" fmla="*/ 3327866 h 4785702"/>
                <a:gd name="connsiteX2" fmla="*/ 6896516 w 20534463"/>
                <a:gd name="connsiteY2" fmla="*/ 4130252 h 4785702"/>
                <a:gd name="connsiteX3" fmla="*/ 8972109 w 20534463"/>
                <a:gd name="connsiteY3" fmla="*/ 4780238 h 4785702"/>
                <a:gd name="connsiteX4" fmla="*/ 10662130 w 20534463"/>
                <a:gd name="connsiteY4" fmla="*/ 4273222 h 4785702"/>
                <a:gd name="connsiteX5" fmla="*/ 12016775 w 20534463"/>
                <a:gd name="connsiteY5" fmla="*/ 2970011 h 4785702"/>
                <a:gd name="connsiteX6" fmla="*/ 13341512 w 20534463"/>
                <a:gd name="connsiteY6" fmla="*/ 1542690 h 4785702"/>
                <a:gd name="connsiteX7" fmla="*/ 14031598 w 20534463"/>
                <a:gd name="connsiteY7" fmla="*/ 1011671 h 4785702"/>
                <a:gd name="connsiteX8" fmla="*/ 15123259 w 20534463"/>
                <a:gd name="connsiteY8" fmla="*/ 506846 h 4785702"/>
                <a:gd name="connsiteX9" fmla="*/ 19912810 w 20534463"/>
                <a:gd name="connsiteY9" fmla="*/ 130323 h 4785702"/>
                <a:gd name="connsiteX10" fmla="*/ 20524506 w 20534463"/>
                <a:gd name="connsiteY10" fmla="*/ 220048 h 4785702"/>
                <a:gd name="connsiteX11" fmla="*/ 20528696 w 20534463"/>
                <a:gd name="connsiteY11" fmla="*/ 204808 h 4785702"/>
                <a:gd name="connsiteX12" fmla="*/ 15772102 w 20534463"/>
                <a:gd name="connsiteY12" fmla="*/ 291010 h 4785702"/>
                <a:gd name="connsiteX13" fmla="*/ 13767756 w 20534463"/>
                <a:gd name="connsiteY13" fmla="*/ 1167310 h 4785702"/>
                <a:gd name="connsiteX14" fmla="*/ 12434256 w 20534463"/>
                <a:gd name="connsiteY14" fmla="*/ 2472806 h 4785702"/>
                <a:gd name="connsiteX15" fmla="*/ 11078372 w 20534463"/>
                <a:gd name="connsiteY15" fmla="*/ 3915653 h 4785702"/>
                <a:gd name="connsiteX16" fmla="*/ 9449597 w 20534463"/>
                <a:gd name="connsiteY16" fmla="*/ 4753853 h 4785702"/>
                <a:gd name="connsiteX17" fmla="*/ 7242750 w 20534463"/>
                <a:gd name="connsiteY17" fmla="*/ 4266364 h 4785702"/>
                <a:gd name="connsiteX18" fmla="*/ 5112484 w 20534463"/>
                <a:gd name="connsiteY18" fmla="*/ 3402922 h 4785702"/>
                <a:gd name="connsiteX19" fmla="*/ 3945957 w 20534463"/>
                <a:gd name="connsiteY19" fmla="*/ 3174322 h 4785702"/>
                <a:gd name="connsiteX20" fmla="*/ 2774382 w 20534463"/>
                <a:gd name="connsiteY20" fmla="*/ 3057737 h 4785702"/>
                <a:gd name="connsiteX21" fmla="*/ 513051 w 20534463"/>
                <a:gd name="connsiteY21" fmla="*/ 3412067 h 4785702"/>
                <a:gd name="connsiteX22" fmla="*/ 3941 w 20534463"/>
                <a:gd name="connsiteY22" fmla="*/ 3670670 h 4785702"/>
                <a:gd name="connsiteX23" fmla="*/ 1083 w 20534463"/>
                <a:gd name="connsiteY23" fmla="*/ 3681529 h 4785702"/>
                <a:gd name="connsiteX24" fmla="*/ 11941 w 20534463"/>
                <a:gd name="connsiteY24" fmla="*/ 3684386 h 478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4463" h="4785702">
                  <a:moveTo>
                    <a:pt x="11466" y="3684481"/>
                  </a:moveTo>
                  <a:cubicBezTo>
                    <a:pt x="1422784" y="2837995"/>
                    <a:pt x="3163002" y="3012302"/>
                    <a:pt x="4705005" y="3327866"/>
                  </a:cubicBezTo>
                  <a:cubicBezTo>
                    <a:pt x="5478339" y="3486076"/>
                    <a:pt x="6181380" y="3806687"/>
                    <a:pt x="6896516" y="4130252"/>
                  </a:cubicBezTo>
                  <a:cubicBezTo>
                    <a:pt x="7554313" y="4427718"/>
                    <a:pt x="8242113" y="4732613"/>
                    <a:pt x="8972109" y="4780238"/>
                  </a:cubicBezTo>
                  <a:cubicBezTo>
                    <a:pt x="9594949" y="4820814"/>
                    <a:pt x="10159400" y="4633838"/>
                    <a:pt x="10662130" y="4273222"/>
                  </a:cubicBezTo>
                  <a:cubicBezTo>
                    <a:pt x="11172384" y="3907367"/>
                    <a:pt x="11601676" y="3436736"/>
                    <a:pt x="12016775" y="2970011"/>
                  </a:cubicBezTo>
                  <a:cubicBezTo>
                    <a:pt x="12448067" y="2485665"/>
                    <a:pt x="12864500" y="1983793"/>
                    <a:pt x="13341512" y="1542690"/>
                  </a:cubicBezTo>
                  <a:cubicBezTo>
                    <a:pt x="13554301" y="1345523"/>
                    <a:pt x="13781281" y="1159880"/>
                    <a:pt x="14031598" y="1011671"/>
                  </a:cubicBezTo>
                  <a:cubicBezTo>
                    <a:pt x="14376404" y="807360"/>
                    <a:pt x="14746450" y="642196"/>
                    <a:pt x="15123259" y="506846"/>
                  </a:cubicBezTo>
                  <a:cubicBezTo>
                    <a:pt x="16648497" y="-40175"/>
                    <a:pt x="18320134" y="-71321"/>
                    <a:pt x="19912810" y="130323"/>
                  </a:cubicBezTo>
                  <a:cubicBezTo>
                    <a:pt x="20117216" y="156104"/>
                    <a:pt x="20321116" y="186012"/>
                    <a:pt x="20524506" y="220048"/>
                  </a:cubicBezTo>
                  <a:cubicBezTo>
                    <a:pt x="20534506" y="221763"/>
                    <a:pt x="20538794" y="206428"/>
                    <a:pt x="20528696" y="204808"/>
                  </a:cubicBezTo>
                  <a:cubicBezTo>
                    <a:pt x="18961262" y="-54367"/>
                    <a:pt x="17321152" y="-110564"/>
                    <a:pt x="15772102" y="291010"/>
                  </a:cubicBezTo>
                  <a:cubicBezTo>
                    <a:pt x="15075348" y="471985"/>
                    <a:pt x="14352877" y="740018"/>
                    <a:pt x="13767756" y="1167310"/>
                  </a:cubicBezTo>
                  <a:cubicBezTo>
                    <a:pt x="13264741" y="1534498"/>
                    <a:pt x="12845546" y="2008748"/>
                    <a:pt x="12434256" y="2472806"/>
                  </a:cubicBezTo>
                  <a:cubicBezTo>
                    <a:pt x="11997630" y="2966678"/>
                    <a:pt x="11570243" y="3474551"/>
                    <a:pt x="11078372" y="3915653"/>
                  </a:cubicBezTo>
                  <a:cubicBezTo>
                    <a:pt x="10613171" y="4332848"/>
                    <a:pt x="10083010" y="4681749"/>
                    <a:pt x="9449597" y="4753853"/>
                  </a:cubicBezTo>
                  <a:cubicBezTo>
                    <a:pt x="8683978" y="4841198"/>
                    <a:pt x="7933408" y="4566020"/>
                    <a:pt x="7242750" y="4266364"/>
                  </a:cubicBezTo>
                  <a:cubicBezTo>
                    <a:pt x="6541044" y="3961564"/>
                    <a:pt x="5855434" y="3599614"/>
                    <a:pt x="5112484" y="3402922"/>
                  </a:cubicBezTo>
                  <a:cubicBezTo>
                    <a:pt x="4730531" y="3301767"/>
                    <a:pt x="4336196" y="3234139"/>
                    <a:pt x="3945957" y="3174322"/>
                  </a:cubicBezTo>
                  <a:cubicBezTo>
                    <a:pt x="3557909" y="3114601"/>
                    <a:pt x="3166908" y="3071929"/>
                    <a:pt x="2774382" y="3057737"/>
                  </a:cubicBezTo>
                  <a:cubicBezTo>
                    <a:pt x="2007715" y="3030209"/>
                    <a:pt x="1225617" y="3113553"/>
                    <a:pt x="513051" y="3412067"/>
                  </a:cubicBezTo>
                  <a:cubicBezTo>
                    <a:pt x="337392" y="3486004"/>
                    <a:pt x="167253" y="3572426"/>
                    <a:pt x="3941" y="3670670"/>
                  </a:cubicBezTo>
                  <a:cubicBezTo>
                    <a:pt x="153" y="3672880"/>
                    <a:pt x="-1126" y="3677741"/>
                    <a:pt x="1083" y="3681529"/>
                  </a:cubicBezTo>
                  <a:cubicBezTo>
                    <a:pt x="3292" y="3685317"/>
                    <a:pt x="8153" y="3686596"/>
                    <a:pt x="11941" y="36843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9" name="Freeform 179">
              <a:extLst>
                <a:ext uri="{FF2B5EF4-FFF2-40B4-BE49-F238E27FC236}">
                  <a16:creationId xmlns:a16="http://schemas.microsoft.com/office/drawing/2014/main" id="{03D4FA70-DE99-86ED-3FE5-3F3FC85FBAB5}"/>
                </a:ext>
              </a:extLst>
            </p:cNvPr>
            <p:cNvSpPr/>
            <p:nvPr/>
          </p:nvSpPr>
          <p:spPr>
            <a:xfrm>
              <a:off x="-1036791" y="-1094922"/>
              <a:ext cx="9314385" cy="2245946"/>
            </a:xfrm>
            <a:custGeom>
              <a:avLst/>
              <a:gdLst>
                <a:gd name="connsiteX0" fmla="*/ 11042 w 20533762"/>
                <a:gd name="connsiteY0" fmla="*/ 3701920 h 4951237"/>
                <a:gd name="connsiteX1" fmla="*/ 4872698 w 20533762"/>
                <a:gd name="connsiteY1" fmla="*/ 3379880 h 4951237"/>
                <a:gd name="connsiteX2" fmla="*/ 6999630 w 20533762"/>
                <a:gd name="connsiteY2" fmla="*/ 4257894 h 4951237"/>
                <a:gd name="connsiteX3" fmla="*/ 9038742 w 20533762"/>
                <a:gd name="connsiteY3" fmla="*/ 4946933 h 4951237"/>
                <a:gd name="connsiteX4" fmla="*/ 10660945 w 20533762"/>
                <a:gd name="connsiteY4" fmla="*/ 4412200 h 4951237"/>
                <a:gd name="connsiteX5" fmla="*/ 11978919 w 20533762"/>
                <a:gd name="connsiteY5" fmla="*/ 3056030 h 4951237"/>
                <a:gd name="connsiteX6" fmla="*/ 13267556 w 20533762"/>
                <a:gd name="connsiteY6" fmla="*/ 1571178 h 4951237"/>
                <a:gd name="connsiteX7" fmla="*/ 13941259 w 20533762"/>
                <a:gd name="connsiteY7" fmla="*/ 1012917 h 4951237"/>
                <a:gd name="connsiteX8" fmla="*/ 15000058 w 20533762"/>
                <a:gd name="connsiteY8" fmla="*/ 506854 h 4951237"/>
                <a:gd name="connsiteX9" fmla="*/ 19884478 w 20533762"/>
                <a:gd name="connsiteY9" fmla="*/ 142523 h 4951237"/>
                <a:gd name="connsiteX10" fmla="*/ 20524558 w 20533762"/>
                <a:gd name="connsiteY10" fmla="*/ 237773 h 4951237"/>
                <a:gd name="connsiteX11" fmla="*/ 20528368 w 20533762"/>
                <a:gd name="connsiteY11" fmla="*/ 223676 h 4951237"/>
                <a:gd name="connsiteX12" fmla="*/ 15640710 w 20533762"/>
                <a:gd name="connsiteY12" fmla="*/ 290351 h 4951237"/>
                <a:gd name="connsiteX13" fmla="*/ 13683799 w 20533762"/>
                <a:gd name="connsiteY13" fmla="*/ 1179033 h 4951237"/>
                <a:gd name="connsiteX14" fmla="*/ 12380874 w 20533762"/>
                <a:gd name="connsiteY14" fmla="*/ 2547109 h 4951237"/>
                <a:gd name="connsiteX15" fmla="*/ 11070234 w 20533762"/>
                <a:gd name="connsiteY15" fmla="*/ 4037105 h 4951237"/>
                <a:gd name="connsiteX16" fmla="*/ 9533661 w 20533762"/>
                <a:gd name="connsiteY16" fmla="*/ 4912643 h 4951237"/>
                <a:gd name="connsiteX17" fmla="*/ 7340625 w 20533762"/>
                <a:gd name="connsiteY17" fmla="*/ 4408580 h 4951237"/>
                <a:gd name="connsiteX18" fmla="*/ 5264175 w 20533762"/>
                <a:gd name="connsiteY18" fmla="*/ 3467129 h 4951237"/>
                <a:gd name="connsiteX19" fmla="*/ 4081932 w 20533762"/>
                <a:gd name="connsiteY19" fmla="*/ 3214716 h 4951237"/>
                <a:gd name="connsiteX20" fmla="*/ 2859589 w 20533762"/>
                <a:gd name="connsiteY20" fmla="*/ 3079938 h 4951237"/>
                <a:gd name="connsiteX21" fmla="*/ 514438 w 20533762"/>
                <a:gd name="connsiteY21" fmla="*/ 3429886 h 4951237"/>
                <a:gd name="connsiteX22" fmla="*/ 3612 w 20533762"/>
                <a:gd name="connsiteY22" fmla="*/ 3689252 h 4951237"/>
                <a:gd name="connsiteX23" fmla="*/ 993 w 20533762"/>
                <a:gd name="connsiteY23" fmla="*/ 3699206 h 4951237"/>
                <a:gd name="connsiteX24" fmla="*/ 10947 w 20533762"/>
                <a:gd name="connsiteY24" fmla="*/ 3701825 h 49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3762" h="4951237">
                  <a:moveTo>
                    <a:pt x="11042" y="3701920"/>
                  </a:moveTo>
                  <a:cubicBezTo>
                    <a:pt x="1472273" y="2825239"/>
                    <a:pt x="3282880" y="3040504"/>
                    <a:pt x="4872698" y="3379880"/>
                  </a:cubicBezTo>
                  <a:cubicBezTo>
                    <a:pt x="5628697" y="3541805"/>
                    <a:pt x="6313354" y="3916423"/>
                    <a:pt x="6999630" y="4257894"/>
                  </a:cubicBezTo>
                  <a:cubicBezTo>
                    <a:pt x="7638377" y="4575839"/>
                    <a:pt x="8314938" y="4902642"/>
                    <a:pt x="9038742" y="4946933"/>
                  </a:cubicBezTo>
                  <a:cubicBezTo>
                    <a:pt x="9646342" y="4984081"/>
                    <a:pt x="10184790" y="4778721"/>
                    <a:pt x="10660945" y="4412200"/>
                  </a:cubicBezTo>
                  <a:cubicBezTo>
                    <a:pt x="11160912" y="4027580"/>
                    <a:pt x="11576202" y="3538757"/>
                    <a:pt x="11978919" y="3056030"/>
                  </a:cubicBezTo>
                  <a:cubicBezTo>
                    <a:pt x="12398019" y="2553205"/>
                    <a:pt x="12802260" y="2033235"/>
                    <a:pt x="13267556" y="1571178"/>
                  </a:cubicBezTo>
                  <a:cubicBezTo>
                    <a:pt x="13474439" y="1365628"/>
                    <a:pt x="13695133" y="1170080"/>
                    <a:pt x="13941259" y="1012917"/>
                  </a:cubicBezTo>
                  <a:cubicBezTo>
                    <a:pt x="14269396" y="802796"/>
                    <a:pt x="14635156" y="641442"/>
                    <a:pt x="15000058" y="506854"/>
                  </a:cubicBezTo>
                  <a:cubicBezTo>
                    <a:pt x="16552633" y="-63884"/>
                    <a:pt x="18263134" y="-67503"/>
                    <a:pt x="19884478" y="142523"/>
                  </a:cubicBezTo>
                  <a:cubicBezTo>
                    <a:pt x="20098410" y="170209"/>
                    <a:pt x="20311770" y="201959"/>
                    <a:pt x="20524558" y="237773"/>
                  </a:cubicBezTo>
                  <a:cubicBezTo>
                    <a:pt x="20534084" y="239297"/>
                    <a:pt x="20537608" y="225200"/>
                    <a:pt x="20528368" y="223676"/>
                  </a:cubicBezTo>
                  <a:cubicBezTo>
                    <a:pt x="18919978" y="-42453"/>
                    <a:pt x="17231290" y="-128749"/>
                    <a:pt x="15640710" y="290351"/>
                  </a:cubicBezTo>
                  <a:cubicBezTo>
                    <a:pt x="14957196" y="470469"/>
                    <a:pt x="14244440" y="738026"/>
                    <a:pt x="13683799" y="1179033"/>
                  </a:cubicBezTo>
                  <a:cubicBezTo>
                    <a:pt x="13188499" y="1568606"/>
                    <a:pt x="12781019" y="2064096"/>
                    <a:pt x="12380874" y="2547109"/>
                  </a:cubicBezTo>
                  <a:cubicBezTo>
                    <a:pt x="11959298" y="3056030"/>
                    <a:pt x="11547341" y="3578095"/>
                    <a:pt x="11070234" y="4037105"/>
                  </a:cubicBezTo>
                  <a:cubicBezTo>
                    <a:pt x="10639133" y="4451728"/>
                    <a:pt x="10140023" y="4822536"/>
                    <a:pt x="9533661" y="4912643"/>
                  </a:cubicBezTo>
                  <a:cubicBezTo>
                    <a:pt x="8769185" y="5026371"/>
                    <a:pt x="8018424" y="4730334"/>
                    <a:pt x="7340625" y="4408580"/>
                  </a:cubicBezTo>
                  <a:cubicBezTo>
                    <a:pt x="6654825" y="4083301"/>
                    <a:pt x="5991885" y="3694205"/>
                    <a:pt x="5264175" y="3467129"/>
                  </a:cubicBezTo>
                  <a:cubicBezTo>
                    <a:pt x="4880699" y="3347495"/>
                    <a:pt x="4477791" y="3279867"/>
                    <a:pt x="4081932" y="3214716"/>
                  </a:cubicBezTo>
                  <a:cubicBezTo>
                    <a:pt x="3677310" y="3148041"/>
                    <a:pt x="3269354" y="3099083"/>
                    <a:pt x="2859589" y="3079938"/>
                  </a:cubicBezTo>
                  <a:cubicBezTo>
                    <a:pt x="2065871" y="3043076"/>
                    <a:pt x="1253007" y="3120609"/>
                    <a:pt x="514438" y="3429886"/>
                  </a:cubicBezTo>
                  <a:cubicBezTo>
                    <a:pt x="338164" y="3503980"/>
                    <a:pt x="167448" y="3590659"/>
                    <a:pt x="3612" y="3689252"/>
                  </a:cubicBezTo>
                  <a:cubicBezTo>
                    <a:pt x="140" y="3691277"/>
                    <a:pt x="-1033" y="3695734"/>
                    <a:pt x="993" y="3699206"/>
                  </a:cubicBezTo>
                  <a:cubicBezTo>
                    <a:pt x="3018" y="3702678"/>
                    <a:pt x="7475" y="3703851"/>
                    <a:pt x="10947" y="3701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40" name="Freeform 180">
              <a:extLst>
                <a:ext uri="{FF2B5EF4-FFF2-40B4-BE49-F238E27FC236}">
                  <a16:creationId xmlns:a16="http://schemas.microsoft.com/office/drawing/2014/main" id="{43F93901-DD2D-526E-97DB-5441FF5EC17D}"/>
                </a:ext>
              </a:extLst>
            </p:cNvPr>
            <p:cNvSpPr/>
            <p:nvPr/>
          </p:nvSpPr>
          <p:spPr>
            <a:xfrm>
              <a:off x="-1034224" y="-1253208"/>
              <a:ext cx="9313468" cy="2322773"/>
            </a:xfrm>
            <a:custGeom>
              <a:avLst/>
              <a:gdLst>
                <a:gd name="connsiteX0" fmla="*/ 9289 w 20531742"/>
                <a:gd name="connsiteY0" fmla="*/ 3721775 h 5120603"/>
                <a:gd name="connsiteX1" fmla="*/ 2447117 w 20531742"/>
                <a:gd name="connsiteY1" fmla="*/ 3105984 h 5120603"/>
                <a:gd name="connsiteX2" fmla="*/ 4989054 w 20531742"/>
                <a:gd name="connsiteY2" fmla="*/ 3426405 h 5120603"/>
                <a:gd name="connsiteX3" fmla="*/ 7075601 w 20531742"/>
                <a:gd name="connsiteY3" fmla="*/ 4385382 h 5120603"/>
                <a:gd name="connsiteX4" fmla="*/ 9067564 w 20531742"/>
                <a:gd name="connsiteY4" fmla="*/ 5116045 h 5120603"/>
                <a:gd name="connsiteX5" fmla="*/ 10633188 w 20531742"/>
                <a:gd name="connsiteY5" fmla="*/ 4572453 h 5120603"/>
                <a:gd name="connsiteX6" fmla="*/ 11933541 w 20531742"/>
                <a:gd name="connsiteY6" fmla="*/ 3155323 h 5120603"/>
                <a:gd name="connsiteX7" fmla="*/ 13186841 w 20531742"/>
                <a:gd name="connsiteY7" fmla="*/ 1614178 h 5120603"/>
                <a:gd name="connsiteX8" fmla="*/ 13839970 w 20531742"/>
                <a:gd name="connsiteY8" fmla="*/ 1027629 h 5120603"/>
                <a:gd name="connsiteX9" fmla="*/ 14850953 w 20531742"/>
                <a:gd name="connsiteY9" fmla="*/ 518898 h 5120603"/>
                <a:gd name="connsiteX10" fmla="*/ 19918254 w 20531742"/>
                <a:gd name="connsiteY10" fmla="*/ 165711 h 5120603"/>
                <a:gd name="connsiteX11" fmla="*/ 20523472 w 20531742"/>
                <a:gd name="connsiteY11" fmla="*/ 257532 h 5120603"/>
                <a:gd name="connsiteX12" fmla="*/ 20526900 w 20531742"/>
                <a:gd name="connsiteY12" fmla="*/ 244769 h 5120603"/>
                <a:gd name="connsiteX13" fmla="*/ 15518084 w 20531742"/>
                <a:gd name="connsiteY13" fmla="*/ 288870 h 5120603"/>
                <a:gd name="connsiteX14" fmla="*/ 13588700 w 20531742"/>
                <a:gd name="connsiteY14" fmla="*/ 1207175 h 5120603"/>
                <a:gd name="connsiteX15" fmla="*/ 12322923 w 20531742"/>
                <a:gd name="connsiteY15" fmla="*/ 2633448 h 5120603"/>
                <a:gd name="connsiteX16" fmla="*/ 11038382 w 20531742"/>
                <a:gd name="connsiteY16" fmla="*/ 4182595 h 5120603"/>
                <a:gd name="connsiteX17" fmla="*/ 9553339 w 20531742"/>
                <a:gd name="connsiteY17" fmla="*/ 5081373 h 5120603"/>
                <a:gd name="connsiteX18" fmla="*/ 7412881 w 20531742"/>
                <a:gd name="connsiteY18" fmla="*/ 4549783 h 5120603"/>
                <a:gd name="connsiteX19" fmla="*/ 5372340 w 20531742"/>
                <a:gd name="connsiteY19" fmla="*/ 3527846 h 5120603"/>
                <a:gd name="connsiteX20" fmla="*/ 4199622 w 20531742"/>
                <a:gd name="connsiteY20" fmla="*/ 3255812 h 5120603"/>
                <a:gd name="connsiteX21" fmla="*/ 2961372 w 20531742"/>
                <a:gd name="connsiteY21" fmla="*/ 3106269 h 5120603"/>
                <a:gd name="connsiteX22" fmla="*/ 528687 w 20531742"/>
                <a:gd name="connsiteY22" fmla="*/ 3444407 h 5120603"/>
                <a:gd name="connsiteX23" fmla="*/ 2622 w 20531742"/>
                <a:gd name="connsiteY23" fmla="*/ 3710059 h 5120603"/>
                <a:gd name="connsiteX24" fmla="*/ 1368 w 20531742"/>
                <a:gd name="connsiteY24" fmla="*/ 3719405 h 5120603"/>
                <a:gd name="connsiteX25" fmla="*/ 9289 w 20531742"/>
                <a:gd name="connsiteY25" fmla="*/ 3721489 h 512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531742" h="5120603">
                  <a:moveTo>
                    <a:pt x="9289" y="3721775"/>
                  </a:moveTo>
                  <a:cubicBezTo>
                    <a:pt x="745286" y="3280386"/>
                    <a:pt x="1596630" y="3112175"/>
                    <a:pt x="2447117" y="3105984"/>
                  </a:cubicBezTo>
                  <a:cubicBezTo>
                    <a:pt x="3297604" y="3099792"/>
                    <a:pt x="4164475" y="3225903"/>
                    <a:pt x="4989054" y="3426405"/>
                  </a:cubicBezTo>
                  <a:cubicBezTo>
                    <a:pt x="5736671" y="3608237"/>
                    <a:pt x="6406374" y="4021336"/>
                    <a:pt x="7075601" y="4385382"/>
                  </a:cubicBezTo>
                  <a:cubicBezTo>
                    <a:pt x="7692344" y="4720948"/>
                    <a:pt x="8353189" y="5068896"/>
                    <a:pt x="9067564" y="5116045"/>
                  </a:cubicBezTo>
                  <a:cubicBezTo>
                    <a:pt x="9660686" y="5155097"/>
                    <a:pt x="10178750" y="4940689"/>
                    <a:pt x="10633188" y="4572453"/>
                  </a:cubicBezTo>
                  <a:cubicBezTo>
                    <a:pt x="11131917" y="4168307"/>
                    <a:pt x="11539206" y="3658053"/>
                    <a:pt x="11933541" y="3155323"/>
                  </a:cubicBezTo>
                  <a:cubicBezTo>
                    <a:pt x="12341973" y="2634877"/>
                    <a:pt x="12733641" y="2098048"/>
                    <a:pt x="13186841" y="1614178"/>
                  </a:cubicBezTo>
                  <a:cubicBezTo>
                    <a:pt x="13386866" y="1400723"/>
                    <a:pt x="13600225" y="1196221"/>
                    <a:pt x="13839970" y="1027629"/>
                  </a:cubicBezTo>
                  <a:cubicBezTo>
                    <a:pt x="14147056" y="811697"/>
                    <a:pt x="14501767" y="652725"/>
                    <a:pt x="14850953" y="518898"/>
                  </a:cubicBezTo>
                  <a:cubicBezTo>
                    <a:pt x="16454487" y="-96703"/>
                    <a:pt x="18240996" y="-62603"/>
                    <a:pt x="19918254" y="165711"/>
                  </a:cubicBezTo>
                  <a:cubicBezTo>
                    <a:pt x="20120374" y="193207"/>
                    <a:pt x="20322114" y="223814"/>
                    <a:pt x="20523472" y="257532"/>
                  </a:cubicBezTo>
                  <a:cubicBezTo>
                    <a:pt x="20531758" y="258866"/>
                    <a:pt x="20535378" y="246198"/>
                    <a:pt x="20526900" y="244769"/>
                  </a:cubicBezTo>
                  <a:cubicBezTo>
                    <a:pt x="18880982" y="-28027"/>
                    <a:pt x="17147146" y="-147852"/>
                    <a:pt x="15518084" y="288870"/>
                  </a:cubicBezTo>
                  <a:cubicBezTo>
                    <a:pt x="14837047" y="471273"/>
                    <a:pt x="14130292" y="743784"/>
                    <a:pt x="13588700" y="1207175"/>
                  </a:cubicBezTo>
                  <a:cubicBezTo>
                    <a:pt x="13105497" y="1620560"/>
                    <a:pt x="12711733" y="2133576"/>
                    <a:pt x="12322923" y="2633448"/>
                  </a:cubicBezTo>
                  <a:cubicBezTo>
                    <a:pt x="11911348" y="3162086"/>
                    <a:pt x="11509012" y="3703677"/>
                    <a:pt x="11038382" y="4182595"/>
                  </a:cubicBezTo>
                  <a:cubicBezTo>
                    <a:pt x="10628521" y="4599599"/>
                    <a:pt x="10146746" y="4986790"/>
                    <a:pt x="9553339" y="5081373"/>
                  </a:cubicBezTo>
                  <a:cubicBezTo>
                    <a:pt x="8801435" y="5201484"/>
                    <a:pt x="8066391" y="4887349"/>
                    <a:pt x="7412881" y="4549783"/>
                  </a:cubicBezTo>
                  <a:cubicBezTo>
                    <a:pt x="6738035" y="4201168"/>
                    <a:pt x="6091192" y="3783402"/>
                    <a:pt x="5372340" y="3527846"/>
                  </a:cubicBezTo>
                  <a:cubicBezTo>
                    <a:pt x="4994007" y="3393448"/>
                    <a:pt x="4594243" y="3324106"/>
                    <a:pt x="4199622" y="3255812"/>
                  </a:cubicBezTo>
                  <a:cubicBezTo>
                    <a:pt x="3790047" y="3184851"/>
                    <a:pt x="3376567" y="3130749"/>
                    <a:pt x="2961372" y="3106269"/>
                  </a:cubicBezTo>
                  <a:cubicBezTo>
                    <a:pt x="2139936" y="3057978"/>
                    <a:pt x="1295450" y="3126939"/>
                    <a:pt x="528687" y="3444407"/>
                  </a:cubicBezTo>
                  <a:cubicBezTo>
                    <a:pt x="347007" y="3519832"/>
                    <a:pt x="171168" y="3608626"/>
                    <a:pt x="2622" y="3710059"/>
                  </a:cubicBezTo>
                  <a:cubicBezTo>
                    <a:pt x="-305" y="3712294"/>
                    <a:pt x="-866" y="3716478"/>
                    <a:pt x="1368" y="3719405"/>
                  </a:cubicBezTo>
                  <a:cubicBezTo>
                    <a:pt x="3221" y="3721830"/>
                    <a:pt x="6483" y="3722689"/>
                    <a:pt x="9289" y="37214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</p:grpSp>
      <p:sp>
        <p:nvSpPr>
          <p:cNvPr id="5" name="Rectangle 16">
            <a:extLst>
              <a:ext uri="{FF2B5EF4-FFF2-40B4-BE49-F238E27FC236}">
                <a16:creationId xmlns:a16="http://schemas.microsoft.com/office/drawing/2014/main" id="{9E45D022-757D-F2B2-C9E0-8463124206CC}"/>
              </a:ext>
            </a:extLst>
          </p:cNvPr>
          <p:cNvSpPr/>
          <p:nvPr/>
        </p:nvSpPr>
        <p:spPr>
          <a:xfrm>
            <a:off x="8810625" y="3429000"/>
            <a:ext cx="3381375" cy="3429000"/>
          </a:xfrm>
          <a:prstGeom prst="rect">
            <a:avLst/>
          </a:prstGeom>
          <a:solidFill>
            <a:srgbClr val="A502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F2E2F52-99A2-E472-DA5D-9C9293369D6E}"/>
              </a:ext>
            </a:extLst>
          </p:cNvPr>
          <p:cNvGrpSpPr/>
          <p:nvPr/>
        </p:nvGrpSpPr>
        <p:grpSpPr>
          <a:xfrm>
            <a:off x="7940425" y="2655428"/>
            <a:ext cx="3381376" cy="3381376"/>
            <a:chOff x="6877157" y="1088999"/>
            <a:chExt cx="4680000" cy="4680000"/>
          </a:xfrm>
        </p:grpSpPr>
        <p:grpSp>
          <p:nvGrpSpPr>
            <p:cNvPr id="2" name="Group 20">
              <a:extLst>
                <a:ext uri="{FF2B5EF4-FFF2-40B4-BE49-F238E27FC236}">
                  <a16:creationId xmlns:a16="http://schemas.microsoft.com/office/drawing/2014/main" id="{FC708DA4-AFF5-1BC5-4D91-1ECFADF38117}"/>
                </a:ext>
              </a:extLst>
            </p:cNvPr>
            <p:cNvGrpSpPr/>
            <p:nvPr/>
          </p:nvGrpSpPr>
          <p:grpSpPr>
            <a:xfrm>
              <a:off x="6877157" y="1088999"/>
              <a:ext cx="4680000" cy="4680000"/>
              <a:chOff x="5743302" y="441234"/>
              <a:chExt cx="5975532" cy="5975532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A9332D1-86CA-EB0D-D4A5-74CBE5F97510}"/>
                  </a:ext>
                </a:extLst>
              </p:cNvPr>
              <p:cNvSpPr/>
              <p:nvPr/>
            </p:nvSpPr>
            <p:spPr>
              <a:xfrm>
                <a:off x="5743302" y="441234"/>
                <a:ext cx="5975532" cy="59755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397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6" name="Oval 11">
                <a:extLst>
                  <a:ext uri="{FF2B5EF4-FFF2-40B4-BE49-F238E27FC236}">
                    <a16:creationId xmlns:a16="http://schemas.microsoft.com/office/drawing/2014/main" id="{C4E8FDDA-2A0C-6417-13C2-4551B4929606}"/>
                  </a:ext>
                </a:extLst>
              </p:cNvPr>
              <p:cNvSpPr/>
              <p:nvPr/>
            </p:nvSpPr>
            <p:spPr>
              <a:xfrm>
                <a:off x="5940243" y="638175"/>
                <a:ext cx="5581650" cy="5581650"/>
              </a:xfrm>
              <a:prstGeom prst="ellipse">
                <a:avLst/>
              </a:prstGeom>
              <a:noFill/>
              <a:ln w="28575">
                <a:solidFill>
                  <a:srgbClr val="A5022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331B6A47-E3B4-BD52-9DD9-FD509B017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4873" y="1589231"/>
              <a:ext cx="2727365" cy="3200759"/>
            </a:xfrm>
            <a:prstGeom prst="rect">
              <a:avLst/>
            </a:prstGeom>
          </p:spPr>
        </p:pic>
      </p:grpSp>
      <p:sp>
        <p:nvSpPr>
          <p:cNvPr id="9" name="TextBox 3">
            <a:extLst>
              <a:ext uri="{FF2B5EF4-FFF2-40B4-BE49-F238E27FC236}">
                <a16:creationId xmlns:a16="http://schemas.microsoft.com/office/drawing/2014/main" id="{8F068B20-2317-BB38-CEA0-B9A0C2D5C259}"/>
              </a:ext>
            </a:extLst>
          </p:cNvPr>
          <p:cNvSpPr txBox="1"/>
          <p:nvPr/>
        </p:nvSpPr>
        <p:spPr>
          <a:xfrm>
            <a:off x="445173" y="504396"/>
            <a:ext cx="11518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noProof="0" dirty="0">
                <a:solidFill>
                  <a:srgbClr val="707072"/>
                </a:solidFill>
                <a:latin typeface="Montserrat" pitchFamily="2" charset="0"/>
              </a:rPr>
              <a:t>ONBOARDINGTIPPS</a:t>
            </a:r>
          </a:p>
          <a:p>
            <a:r>
              <a:rPr lang="de-DE" sz="3600" b="1" noProof="0" dirty="0">
                <a:solidFill>
                  <a:srgbClr val="A70330"/>
                </a:solidFill>
                <a:latin typeface="Montserrat" pitchFamily="2" charset="0"/>
              </a:rPr>
              <a:t>IMPULSIV </a:t>
            </a:r>
            <a:r>
              <a:rPr lang="de-DE" sz="3600" noProof="0" dirty="0">
                <a:solidFill>
                  <a:srgbClr val="A70330"/>
                </a:solidFill>
                <a:latin typeface="Montserrat" pitchFamily="2" charset="0"/>
              </a:rPr>
              <a:t>(SCHNELL UND ENTSCHLOSSEN)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7A7910A-577B-8416-F364-A3A637A7C375}"/>
              </a:ext>
            </a:extLst>
          </p:cNvPr>
          <p:cNvSpPr txBox="1"/>
          <p:nvPr/>
        </p:nvSpPr>
        <p:spPr>
          <a:xfrm>
            <a:off x="805345" y="2322909"/>
            <a:ext cx="6883420" cy="333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Offene und direkte Kommunikation, Hervorheben von Zielen und Ergebnissen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Das Onboarding gibt klare Verhaltenserwartungen sowie strukturierte Aufgaben und Ziele vor.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Durch ein </a:t>
            </a:r>
            <a:r>
              <a:rPr lang="de-DE" sz="2000" dirty="0" err="1">
                <a:solidFill>
                  <a:srgbClr val="707072"/>
                </a:solidFill>
                <a:latin typeface="Montserrat" pitchFamily="2" charset="0"/>
              </a:rPr>
              <a:t>Mentorship</a:t>
            </a: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 wird das Onboarding unterstützt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Trainings zu Verbesserung von Zeitmanagement und Priorisierung</a:t>
            </a:r>
          </a:p>
        </p:txBody>
      </p:sp>
      <p:cxnSp>
        <p:nvCxnSpPr>
          <p:cNvPr id="11" name="Straight Connector 21">
            <a:extLst>
              <a:ext uri="{FF2B5EF4-FFF2-40B4-BE49-F238E27FC236}">
                <a16:creationId xmlns:a16="http://schemas.microsoft.com/office/drawing/2014/main" id="{0EA65440-EC4F-1256-8CDC-9656D03DC3CD}"/>
              </a:ext>
            </a:extLst>
          </p:cNvPr>
          <p:cNvCxnSpPr>
            <a:cxnSpLocks/>
            <a:stCxn id="12" idx="4"/>
            <a:endCxn id="17" idx="4"/>
          </p:cNvCxnSpPr>
          <p:nvPr/>
        </p:nvCxnSpPr>
        <p:spPr>
          <a:xfrm flipH="1">
            <a:off x="630137" y="2674033"/>
            <a:ext cx="13496" cy="2480542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6">
            <a:extLst>
              <a:ext uri="{FF2B5EF4-FFF2-40B4-BE49-F238E27FC236}">
                <a16:creationId xmlns:a16="http://schemas.microsoft.com/office/drawing/2014/main" id="{2A06CAB3-8BAE-DECC-CEE2-17513895A524}"/>
              </a:ext>
            </a:extLst>
          </p:cNvPr>
          <p:cNvSpPr/>
          <p:nvPr/>
        </p:nvSpPr>
        <p:spPr>
          <a:xfrm>
            <a:off x="558879" y="2504525"/>
            <a:ext cx="169508" cy="169508"/>
          </a:xfrm>
          <a:prstGeom prst="ellipse">
            <a:avLst/>
          </a:prstGeom>
          <a:solidFill>
            <a:srgbClr val="A703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6DE9B559-B72D-B1EE-F122-A1E62631CEEC}"/>
              </a:ext>
            </a:extLst>
          </p:cNvPr>
          <p:cNvSpPr/>
          <p:nvPr/>
        </p:nvSpPr>
        <p:spPr>
          <a:xfrm>
            <a:off x="558879" y="3304325"/>
            <a:ext cx="169508" cy="169508"/>
          </a:xfrm>
          <a:prstGeom prst="ellipse">
            <a:avLst/>
          </a:prstGeom>
          <a:solidFill>
            <a:srgbClr val="A703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6" name="Oval 7">
            <a:extLst>
              <a:ext uri="{FF2B5EF4-FFF2-40B4-BE49-F238E27FC236}">
                <a16:creationId xmlns:a16="http://schemas.microsoft.com/office/drawing/2014/main" id="{5D528270-29A3-86AA-4B18-70BEEC8974F9}"/>
              </a:ext>
            </a:extLst>
          </p:cNvPr>
          <p:cNvSpPr/>
          <p:nvPr/>
        </p:nvSpPr>
        <p:spPr>
          <a:xfrm>
            <a:off x="553685" y="4172566"/>
            <a:ext cx="169508" cy="169508"/>
          </a:xfrm>
          <a:prstGeom prst="ellipse">
            <a:avLst/>
          </a:prstGeom>
          <a:solidFill>
            <a:srgbClr val="A703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A1C4936F-FDC9-6A5A-B9DE-537376500138}"/>
              </a:ext>
            </a:extLst>
          </p:cNvPr>
          <p:cNvSpPr/>
          <p:nvPr/>
        </p:nvSpPr>
        <p:spPr>
          <a:xfrm>
            <a:off x="545383" y="4985067"/>
            <a:ext cx="169508" cy="169508"/>
          </a:xfrm>
          <a:prstGeom prst="ellipse">
            <a:avLst/>
          </a:prstGeom>
          <a:solidFill>
            <a:srgbClr val="A703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5769223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956C6-1DDC-FDF7-AEC8-56F03B4F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9">
            <a:extLst>
              <a:ext uri="{FF2B5EF4-FFF2-40B4-BE49-F238E27FC236}">
                <a16:creationId xmlns:a16="http://schemas.microsoft.com/office/drawing/2014/main" id="{901BFD94-5DC3-BF33-AD01-4DE64A36BAAB}"/>
              </a:ext>
            </a:extLst>
          </p:cNvPr>
          <p:cNvSpPr/>
          <p:nvPr/>
        </p:nvSpPr>
        <p:spPr>
          <a:xfrm>
            <a:off x="0" y="2820531"/>
            <a:ext cx="12192000" cy="4038113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0">
                <a:schemeClr val="bg1">
                  <a:lumMod val="85000"/>
                </a:schemeClr>
              </a:gs>
              <a:gs pos="59000">
                <a:srgbClr val="EBEBEB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31" name="Group 11">
            <a:extLst>
              <a:ext uri="{FF2B5EF4-FFF2-40B4-BE49-F238E27FC236}">
                <a16:creationId xmlns:a16="http://schemas.microsoft.com/office/drawing/2014/main" id="{16D55131-A7B6-6055-F3D6-C7C3C0631995}"/>
              </a:ext>
            </a:extLst>
          </p:cNvPr>
          <p:cNvGrpSpPr/>
          <p:nvPr/>
        </p:nvGrpSpPr>
        <p:grpSpPr>
          <a:xfrm rot="2980602">
            <a:off x="5252807" y="-1830216"/>
            <a:ext cx="15651267" cy="5032690"/>
            <a:chOff x="-1052091" y="-1253208"/>
            <a:chExt cx="9331335" cy="3000507"/>
          </a:xfrm>
          <a:solidFill>
            <a:schemeClr val="bg1">
              <a:lumMod val="85000"/>
            </a:schemeClr>
          </a:solidFill>
        </p:grpSpPr>
        <p:sp>
          <p:nvSpPr>
            <p:cNvPr id="32" name="Freeform 172">
              <a:extLst>
                <a:ext uri="{FF2B5EF4-FFF2-40B4-BE49-F238E27FC236}">
                  <a16:creationId xmlns:a16="http://schemas.microsoft.com/office/drawing/2014/main" id="{FA6DD4E7-46D2-9C4E-6197-861A407E80A9}"/>
                </a:ext>
              </a:extLst>
            </p:cNvPr>
            <p:cNvSpPr/>
            <p:nvPr/>
          </p:nvSpPr>
          <p:spPr>
            <a:xfrm>
              <a:off x="-1052091" y="-10083"/>
              <a:ext cx="9318432" cy="1757382"/>
            </a:xfrm>
            <a:custGeom>
              <a:avLst/>
              <a:gdLst>
                <a:gd name="connsiteX0" fmla="*/ 17817 w 20542684"/>
                <a:gd name="connsiteY0" fmla="*/ 3613989 h 3874187"/>
                <a:gd name="connsiteX1" fmla="*/ 4012983 w 20542684"/>
                <a:gd name="connsiteY1" fmla="*/ 3130310 h 3874187"/>
                <a:gd name="connsiteX2" fmla="*/ 8399436 w 20542684"/>
                <a:gd name="connsiteY2" fmla="*/ 3873260 h 3874187"/>
                <a:gd name="connsiteX3" fmla="*/ 10488173 w 20542684"/>
                <a:gd name="connsiteY3" fmla="*/ 3517883 h 3874187"/>
                <a:gd name="connsiteX4" fmla="*/ 12210864 w 20542684"/>
                <a:gd name="connsiteY4" fmla="*/ 2576908 h 3874187"/>
                <a:gd name="connsiteX5" fmla="*/ 13879739 w 20542684"/>
                <a:gd name="connsiteY5" fmla="*/ 1463244 h 3874187"/>
                <a:gd name="connsiteX6" fmla="*/ 15800075 w 20542684"/>
                <a:gd name="connsiteY6" fmla="*/ 553416 h 3874187"/>
                <a:gd name="connsiteX7" fmla="*/ 19967262 w 20542684"/>
                <a:gd name="connsiteY7" fmla="*/ 73928 h 3874187"/>
                <a:gd name="connsiteX8" fmla="*/ 20527714 w 20542684"/>
                <a:gd name="connsiteY8" fmla="*/ 150128 h 3874187"/>
                <a:gd name="connsiteX9" fmla="*/ 20534096 w 20542684"/>
                <a:gd name="connsiteY9" fmla="*/ 127078 h 3874187"/>
                <a:gd name="connsiteX10" fmla="*/ 16371099 w 20542684"/>
                <a:gd name="connsiteY10" fmla="*/ 351963 h 3874187"/>
                <a:gd name="connsiteX11" fmla="*/ 14438000 w 20542684"/>
                <a:gd name="connsiteY11" fmla="*/ 1116439 h 3874187"/>
                <a:gd name="connsiteX12" fmla="*/ 12705688 w 20542684"/>
                <a:gd name="connsiteY12" fmla="*/ 2213243 h 3874187"/>
                <a:gd name="connsiteX13" fmla="*/ 10997094 w 20542684"/>
                <a:gd name="connsiteY13" fmla="*/ 3266137 h 3874187"/>
                <a:gd name="connsiteX14" fmla="*/ 8895879 w 20542684"/>
                <a:gd name="connsiteY14" fmla="*/ 3839256 h 3874187"/>
                <a:gd name="connsiteX15" fmla="*/ 4360264 w 20542684"/>
                <a:gd name="connsiteY15" fmla="*/ 3165934 h 3874187"/>
                <a:gd name="connsiteX16" fmla="*/ 453585 w 20542684"/>
                <a:gd name="connsiteY16" fmla="*/ 3361101 h 3874187"/>
                <a:gd name="connsiteX17" fmla="*/ 5910 w 20542684"/>
                <a:gd name="connsiteY17" fmla="*/ 3593416 h 3874187"/>
                <a:gd name="connsiteX18" fmla="*/ 1625 w 20542684"/>
                <a:gd name="connsiteY18" fmla="*/ 3609704 h 3874187"/>
                <a:gd name="connsiteX19" fmla="*/ 17912 w 20542684"/>
                <a:gd name="connsiteY19" fmla="*/ 3613990 h 387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542684" h="3874187">
                  <a:moveTo>
                    <a:pt x="17817" y="3613989"/>
                  </a:moveTo>
                  <a:cubicBezTo>
                    <a:pt x="1217967" y="2894185"/>
                    <a:pt x="2674244" y="2917141"/>
                    <a:pt x="4012983" y="3130310"/>
                  </a:cubicBezTo>
                  <a:cubicBezTo>
                    <a:pt x="5477356" y="3363577"/>
                    <a:pt x="6905725" y="3847638"/>
                    <a:pt x="8399436" y="3873260"/>
                  </a:cubicBezTo>
                  <a:cubicBezTo>
                    <a:pt x="9113811" y="3885452"/>
                    <a:pt x="9820947" y="3778010"/>
                    <a:pt x="10488173" y="3517883"/>
                  </a:cubicBezTo>
                  <a:cubicBezTo>
                    <a:pt x="11100059" y="3279758"/>
                    <a:pt x="11665177" y="2938667"/>
                    <a:pt x="12210864" y="2576908"/>
                  </a:cubicBezTo>
                  <a:cubicBezTo>
                    <a:pt x="12768267" y="2207528"/>
                    <a:pt x="13309478" y="1813193"/>
                    <a:pt x="13879739" y="1463244"/>
                  </a:cubicBezTo>
                  <a:cubicBezTo>
                    <a:pt x="14484620" y="1090594"/>
                    <a:pt x="15128591" y="785489"/>
                    <a:pt x="15800075" y="553416"/>
                  </a:cubicBezTo>
                  <a:cubicBezTo>
                    <a:pt x="17132718" y="95264"/>
                    <a:pt x="18565278" y="-72281"/>
                    <a:pt x="19967262" y="73928"/>
                  </a:cubicBezTo>
                  <a:cubicBezTo>
                    <a:pt x="20154778" y="93550"/>
                    <a:pt x="20341594" y="118950"/>
                    <a:pt x="20527714" y="150128"/>
                  </a:cubicBezTo>
                  <a:cubicBezTo>
                    <a:pt x="20542762" y="152509"/>
                    <a:pt x="20549144" y="129649"/>
                    <a:pt x="20534096" y="127078"/>
                  </a:cubicBezTo>
                  <a:cubicBezTo>
                    <a:pt x="19150398" y="-100379"/>
                    <a:pt x="17722602" y="-20750"/>
                    <a:pt x="16371099" y="351963"/>
                  </a:cubicBezTo>
                  <a:cubicBezTo>
                    <a:pt x="15701031" y="536277"/>
                    <a:pt x="15052888" y="792596"/>
                    <a:pt x="14438000" y="1116439"/>
                  </a:cubicBezTo>
                  <a:cubicBezTo>
                    <a:pt x="13832591" y="1436003"/>
                    <a:pt x="13269378" y="1826528"/>
                    <a:pt x="12705688" y="2213243"/>
                  </a:cubicBezTo>
                  <a:cubicBezTo>
                    <a:pt x="12153905" y="2591291"/>
                    <a:pt x="11597645" y="2968576"/>
                    <a:pt x="10997094" y="3266137"/>
                  </a:cubicBezTo>
                  <a:cubicBezTo>
                    <a:pt x="10336344" y="3593511"/>
                    <a:pt x="9633590" y="3795155"/>
                    <a:pt x="8895879" y="3839256"/>
                  </a:cubicBezTo>
                  <a:cubicBezTo>
                    <a:pt x="7351972" y="3931649"/>
                    <a:pt x="5861118" y="3441302"/>
                    <a:pt x="4360264" y="3165934"/>
                  </a:cubicBezTo>
                  <a:cubicBezTo>
                    <a:pt x="3077532" y="2930571"/>
                    <a:pt x="1678215" y="2823605"/>
                    <a:pt x="453585" y="3361101"/>
                  </a:cubicBezTo>
                  <a:cubicBezTo>
                    <a:pt x="299615" y="3429030"/>
                    <a:pt x="150092" y="3506623"/>
                    <a:pt x="5910" y="3593416"/>
                  </a:cubicBezTo>
                  <a:cubicBezTo>
                    <a:pt x="229" y="3596730"/>
                    <a:pt x="-1690" y="3604022"/>
                    <a:pt x="1625" y="3609704"/>
                  </a:cubicBezTo>
                  <a:cubicBezTo>
                    <a:pt x="4938" y="3615385"/>
                    <a:pt x="12231" y="3617304"/>
                    <a:pt x="17912" y="3613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3" name="Freeform 173">
              <a:extLst>
                <a:ext uri="{FF2B5EF4-FFF2-40B4-BE49-F238E27FC236}">
                  <a16:creationId xmlns:a16="http://schemas.microsoft.com/office/drawing/2014/main" id="{56AC08E2-B581-1EAD-FBE5-707885711AE1}"/>
                </a:ext>
              </a:extLst>
            </p:cNvPr>
            <p:cNvSpPr/>
            <p:nvPr/>
          </p:nvSpPr>
          <p:spPr>
            <a:xfrm>
              <a:off x="-1049093" y="-163208"/>
              <a:ext cx="9316875" cy="1819901"/>
            </a:xfrm>
            <a:custGeom>
              <a:avLst/>
              <a:gdLst>
                <a:gd name="connsiteX0" fmla="*/ 15018 w 20539253"/>
                <a:gd name="connsiteY0" fmla="*/ 3622467 h 4012011"/>
                <a:gd name="connsiteX1" fmla="*/ 4096195 w 20539253"/>
                <a:gd name="connsiteY1" fmla="*/ 3152599 h 4012011"/>
                <a:gd name="connsiteX2" fmla="*/ 6294089 w 20539253"/>
                <a:gd name="connsiteY2" fmla="*/ 3640565 h 4012011"/>
                <a:gd name="connsiteX3" fmla="*/ 8537416 w 20539253"/>
                <a:gd name="connsiteY3" fmla="*/ 4009468 h 4012011"/>
                <a:gd name="connsiteX4" fmla="*/ 10549763 w 20539253"/>
                <a:gd name="connsiteY4" fmla="*/ 3635802 h 4012011"/>
                <a:gd name="connsiteX5" fmla="*/ 12209875 w 20539253"/>
                <a:gd name="connsiteY5" fmla="*/ 2609198 h 4012011"/>
                <a:gd name="connsiteX6" fmla="*/ 13810837 w 20539253"/>
                <a:gd name="connsiteY6" fmla="*/ 1444957 h 4012011"/>
                <a:gd name="connsiteX7" fmla="*/ 15731458 w 20539253"/>
                <a:gd name="connsiteY7" fmla="*/ 529223 h 4012011"/>
                <a:gd name="connsiteX8" fmla="*/ 19970084 w 20539253"/>
                <a:gd name="connsiteY8" fmla="*/ 81548 h 4012011"/>
                <a:gd name="connsiteX9" fmla="*/ 20525106 w 20539253"/>
                <a:gd name="connsiteY9" fmla="*/ 157748 h 4012011"/>
                <a:gd name="connsiteX10" fmla="*/ 20531106 w 20539253"/>
                <a:gd name="connsiteY10" fmla="*/ 136031 h 4012011"/>
                <a:gd name="connsiteX11" fmla="*/ 16314579 w 20539253"/>
                <a:gd name="connsiteY11" fmla="*/ 329960 h 4012011"/>
                <a:gd name="connsiteX12" fmla="*/ 14353191 w 20539253"/>
                <a:gd name="connsiteY12" fmla="*/ 1100057 h 4012011"/>
                <a:gd name="connsiteX13" fmla="*/ 12686316 w 20539253"/>
                <a:gd name="connsiteY13" fmla="*/ 2222864 h 4012011"/>
                <a:gd name="connsiteX14" fmla="*/ 11049159 w 20539253"/>
                <a:gd name="connsiteY14" fmla="*/ 3358148 h 4012011"/>
                <a:gd name="connsiteX15" fmla="*/ 9042622 w 20539253"/>
                <a:gd name="connsiteY15" fmla="*/ 3979941 h 4012011"/>
                <a:gd name="connsiteX16" fmla="*/ 6695663 w 20539253"/>
                <a:gd name="connsiteY16" fmla="*/ 3713241 h 4012011"/>
                <a:gd name="connsiteX17" fmla="*/ 4459288 w 20539253"/>
                <a:gd name="connsiteY17" fmla="*/ 3195080 h 4012011"/>
                <a:gd name="connsiteX18" fmla="*/ 451644 w 20539253"/>
                <a:gd name="connsiteY18" fmla="*/ 3370721 h 4012011"/>
                <a:gd name="connsiteX19" fmla="*/ 3969 w 20539253"/>
                <a:gd name="connsiteY19" fmla="*/ 3603036 h 4012011"/>
                <a:gd name="connsiteX20" fmla="*/ 2669 w 20539253"/>
                <a:gd name="connsiteY20" fmla="*/ 3618878 h 4012011"/>
                <a:gd name="connsiteX21" fmla="*/ 15304 w 20539253"/>
                <a:gd name="connsiteY21" fmla="*/ 3622086 h 401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9253" h="4012011">
                  <a:moveTo>
                    <a:pt x="15018" y="3622467"/>
                  </a:moveTo>
                  <a:cubicBezTo>
                    <a:pt x="1241076" y="2887137"/>
                    <a:pt x="2732024" y="2926571"/>
                    <a:pt x="4096195" y="3152599"/>
                  </a:cubicBezTo>
                  <a:cubicBezTo>
                    <a:pt x="4837716" y="3275471"/>
                    <a:pt x="5564474" y="3462828"/>
                    <a:pt x="6294089" y="3640565"/>
                  </a:cubicBezTo>
                  <a:cubicBezTo>
                    <a:pt x="7030085" y="3819921"/>
                    <a:pt x="7777417" y="3985560"/>
                    <a:pt x="8537416" y="4009468"/>
                  </a:cubicBezTo>
                  <a:cubicBezTo>
                    <a:pt x="9231027" y="4030994"/>
                    <a:pt x="9913684" y="3916694"/>
                    <a:pt x="10549763" y="3635802"/>
                  </a:cubicBezTo>
                  <a:cubicBezTo>
                    <a:pt x="11146981" y="3371864"/>
                    <a:pt x="11687429" y="2996770"/>
                    <a:pt x="12209875" y="2609198"/>
                  </a:cubicBezTo>
                  <a:cubicBezTo>
                    <a:pt x="12739656" y="2216101"/>
                    <a:pt x="13255339" y="1802144"/>
                    <a:pt x="13810837" y="1444957"/>
                  </a:cubicBezTo>
                  <a:cubicBezTo>
                    <a:pt x="14408817" y="1060433"/>
                    <a:pt x="15058612" y="756490"/>
                    <a:pt x="15731458" y="529223"/>
                  </a:cubicBezTo>
                  <a:cubicBezTo>
                    <a:pt x="17088676" y="71071"/>
                    <a:pt x="18547810" y="-73614"/>
                    <a:pt x="19970084" y="81548"/>
                  </a:cubicBezTo>
                  <a:cubicBezTo>
                    <a:pt x="20155820" y="101805"/>
                    <a:pt x="20340828" y="127205"/>
                    <a:pt x="20525106" y="157748"/>
                  </a:cubicBezTo>
                  <a:cubicBezTo>
                    <a:pt x="20539298" y="160034"/>
                    <a:pt x="20545394" y="138698"/>
                    <a:pt x="20531106" y="136031"/>
                  </a:cubicBezTo>
                  <a:cubicBezTo>
                    <a:pt x="19132360" y="-93331"/>
                    <a:pt x="17685988" y="-35228"/>
                    <a:pt x="16314579" y="329960"/>
                  </a:cubicBezTo>
                  <a:cubicBezTo>
                    <a:pt x="15633268" y="510147"/>
                    <a:pt x="14975095" y="768564"/>
                    <a:pt x="14353191" y="1100057"/>
                  </a:cubicBezTo>
                  <a:cubicBezTo>
                    <a:pt x="13760355" y="1417525"/>
                    <a:pt x="13221049" y="1818051"/>
                    <a:pt x="12686316" y="2222864"/>
                  </a:cubicBezTo>
                  <a:cubicBezTo>
                    <a:pt x="12156726" y="2623295"/>
                    <a:pt x="11627993" y="3030869"/>
                    <a:pt x="11049159" y="3358148"/>
                  </a:cubicBezTo>
                  <a:cubicBezTo>
                    <a:pt x="10427081" y="3710097"/>
                    <a:pt x="9758998" y="3935364"/>
                    <a:pt x="9042622" y="3979941"/>
                  </a:cubicBezTo>
                  <a:cubicBezTo>
                    <a:pt x="8252048" y="4029089"/>
                    <a:pt x="7463568" y="3888977"/>
                    <a:pt x="6695663" y="3713241"/>
                  </a:cubicBezTo>
                  <a:cubicBezTo>
                    <a:pt x="5949570" y="3541791"/>
                    <a:pt x="5211763" y="3337955"/>
                    <a:pt x="4459288" y="3195080"/>
                  </a:cubicBezTo>
                  <a:cubicBezTo>
                    <a:pt x="3146457" y="2945144"/>
                    <a:pt x="1708086" y="2819224"/>
                    <a:pt x="451644" y="3370721"/>
                  </a:cubicBezTo>
                  <a:cubicBezTo>
                    <a:pt x="297673" y="3438651"/>
                    <a:pt x="148151" y="3516244"/>
                    <a:pt x="3969" y="3603036"/>
                  </a:cubicBezTo>
                  <a:cubicBezTo>
                    <a:pt x="-765" y="3607052"/>
                    <a:pt x="-1347" y="3614145"/>
                    <a:pt x="2669" y="3618878"/>
                  </a:cubicBezTo>
                  <a:cubicBezTo>
                    <a:pt x="5766" y="3622530"/>
                    <a:pt x="10838" y="3623818"/>
                    <a:pt x="15304" y="36220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4" name="Freeform 174">
              <a:extLst>
                <a:ext uri="{FF2B5EF4-FFF2-40B4-BE49-F238E27FC236}">
                  <a16:creationId xmlns:a16="http://schemas.microsoft.com/office/drawing/2014/main" id="{81DDBA13-51DE-6D70-7E7B-89C7A01CE527}"/>
                </a:ext>
              </a:extLst>
            </p:cNvPr>
            <p:cNvSpPr/>
            <p:nvPr/>
          </p:nvSpPr>
          <p:spPr>
            <a:xfrm>
              <a:off x="-1047731" y="-316830"/>
              <a:ext cx="9317282" cy="1885909"/>
            </a:xfrm>
            <a:custGeom>
              <a:avLst/>
              <a:gdLst>
                <a:gd name="connsiteX0" fmla="*/ 15920 w 20540149"/>
                <a:gd name="connsiteY0" fmla="*/ 3632043 h 4157527"/>
                <a:gd name="connsiteX1" fmla="*/ 4199968 w 20540149"/>
                <a:gd name="connsiteY1" fmla="*/ 3179510 h 4157527"/>
                <a:gd name="connsiteX2" fmla="*/ 6407958 w 20540149"/>
                <a:gd name="connsiteY2" fmla="*/ 3712338 h 4157527"/>
                <a:gd name="connsiteX3" fmla="*/ 8663573 w 20540149"/>
                <a:gd name="connsiteY3" fmla="*/ 4153632 h 4157527"/>
                <a:gd name="connsiteX4" fmla="*/ 10611340 w 20540149"/>
                <a:gd name="connsiteY4" fmla="*/ 3749295 h 4157527"/>
                <a:gd name="connsiteX5" fmla="*/ 12173917 w 20540149"/>
                <a:gd name="connsiteY5" fmla="*/ 2670970 h 4157527"/>
                <a:gd name="connsiteX6" fmla="*/ 13728301 w 20540149"/>
                <a:gd name="connsiteY6" fmla="*/ 1442245 h 4157527"/>
                <a:gd name="connsiteX7" fmla="*/ 15625586 w 20540149"/>
                <a:gd name="connsiteY7" fmla="*/ 518987 h 4157527"/>
                <a:gd name="connsiteX8" fmla="*/ 19956890 w 20540149"/>
                <a:gd name="connsiteY8" fmla="*/ 88552 h 4157527"/>
                <a:gd name="connsiteX9" fmla="*/ 20526866 w 20540149"/>
                <a:gd name="connsiteY9" fmla="*/ 167895 h 4157527"/>
                <a:gd name="connsiteX10" fmla="*/ 20532484 w 20540149"/>
                <a:gd name="connsiteY10" fmla="*/ 147512 h 4157527"/>
                <a:gd name="connsiteX11" fmla="*/ 16223375 w 20540149"/>
                <a:gd name="connsiteY11" fmla="*/ 318105 h 4157527"/>
                <a:gd name="connsiteX12" fmla="*/ 14228173 w 20540149"/>
                <a:gd name="connsiteY12" fmla="*/ 1109251 h 4157527"/>
                <a:gd name="connsiteX13" fmla="*/ 12676456 w 20540149"/>
                <a:gd name="connsiteY13" fmla="*/ 2228058 h 4157527"/>
                <a:gd name="connsiteX14" fmla="*/ 11088733 w 20540149"/>
                <a:gd name="connsiteY14" fmla="*/ 3452211 h 4157527"/>
                <a:gd name="connsiteX15" fmla="*/ 9155158 w 20540149"/>
                <a:gd name="connsiteY15" fmla="*/ 4127343 h 4157527"/>
                <a:gd name="connsiteX16" fmla="*/ 6835250 w 20540149"/>
                <a:gd name="connsiteY16" fmla="*/ 3808160 h 4157527"/>
                <a:gd name="connsiteX17" fmla="*/ 4578491 w 20540149"/>
                <a:gd name="connsiteY17" fmla="*/ 3228278 h 4157527"/>
                <a:gd name="connsiteX18" fmla="*/ 468264 w 20540149"/>
                <a:gd name="connsiteY18" fmla="*/ 3374772 h 4157527"/>
                <a:gd name="connsiteX19" fmla="*/ 5254 w 20540149"/>
                <a:gd name="connsiteY19" fmla="*/ 3613755 h 4157527"/>
                <a:gd name="connsiteX20" fmla="*/ 1443 w 20540149"/>
                <a:gd name="connsiteY20" fmla="*/ 3628232 h 4157527"/>
                <a:gd name="connsiteX21" fmla="*/ 15921 w 20540149"/>
                <a:gd name="connsiteY21" fmla="*/ 3632042 h 415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40149" h="4157527">
                  <a:moveTo>
                    <a:pt x="15920" y="3632043"/>
                  </a:moveTo>
                  <a:cubicBezTo>
                    <a:pt x="1273220" y="2878044"/>
                    <a:pt x="2805412" y="2938146"/>
                    <a:pt x="4199968" y="3179510"/>
                  </a:cubicBezTo>
                  <a:cubicBezTo>
                    <a:pt x="4948728" y="3309050"/>
                    <a:pt x="5677200" y="3506884"/>
                    <a:pt x="6407958" y="3712338"/>
                  </a:cubicBezTo>
                  <a:cubicBezTo>
                    <a:pt x="7144907" y="3919507"/>
                    <a:pt x="7894715" y="4121913"/>
                    <a:pt x="8663573" y="4153632"/>
                  </a:cubicBezTo>
                  <a:cubicBezTo>
                    <a:pt x="9342325" y="4182207"/>
                    <a:pt x="10003264" y="4054191"/>
                    <a:pt x="10611340" y="3749295"/>
                  </a:cubicBezTo>
                  <a:cubicBezTo>
                    <a:pt x="11178935" y="3464784"/>
                    <a:pt x="11684808" y="3071496"/>
                    <a:pt x="12173917" y="2670970"/>
                  </a:cubicBezTo>
                  <a:cubicBezTo>
                    <a:pt x="12684933" y="2252918"/>
                    <a:pt x="13182043" y="1814387"/>
                    <a:pt x="13728301" y="1442245"/>
                  </a:cubicBezTo>
                  <a:cubicBezTo>
                    <a:pt x="14310469" y="1045148"/>
                    <a:pt x="14958741" y="743777"/>
                    <a:pt x="15625586" y="518987"/>
                  </a:cubicBezTo>
                  <a:cubicBezTo>
                    <a:pt x="17012616" y="51214"/>
                    <a:pt x="18505852" y="-74230"/>
                    <a:pt x="19956890" y="88552"/>
                  </a:cubicBezTo>
                  <a:cubicBezTo>
                    <a:pt x="20147390" y="110015"/>
                    <a:pt x="20337382" y="136463"/>
                    <a:pt x="20526866" y="167895"/>
                  </a:cubicBezTo>
                  <a:cubicBezTo>
                    <a:pt x="20540200" y="170086"/>
                    <a:pt x="20545916" y="149703"/>
                    <a:pt x="20532484" y="147512"/>
                  </a:cubicBezTo>
                  <a:cubicBezTo>
                    <a:pt x="19104784" y="-88041"/>
                    <a:pt x="17625836" y="-48798"/>
                    <a:pt x="16223375" y="318105"/>
                  </a:cubicBezTo>
                  <a:cubicBezTo>
                    <a:pt x="15529574" y="499651"/>
                    <a:pt x="14856157" y="762160"/>
                    <a:pt x="14228173" y="1109251"/>
                  </a:cubicBezTo>
                  <a:cubicBezTo>
                    <a:pt x="13667913" y="1419004"/>
                    <a:pt x="13168041" y="1821054"/>
                    <a:pt x="12676456" y="2228058"/>
                  </a:cubicBezTo>
                  <a:cubicBezTo>
                    <a:pt x="12162106" y="2653920"/>
                    <a:pt x="11653185" y="3092547"/>
                    <a:pt x="11088733" y="3452211"/>
                  </a:cubicBezTo>
                  <a:cubicBezTo>
                    <a:pt x="10498183" y="3828258"/>
                    <a:pt x="9858675" y="4080289"/>
                    <a:pt x="9155158" y="4127343"/>
                  </a:cubicBezTo>
                  <a:cubicBezTo>
                    <a:pt x="8369727" y="4179826"/>
                    <a:pt x="7589439" y="4009804"/>
                    <a:pt x="6835250" y="3808160"/>
                  </a:cubicBezTo>
                  <a:cubicBezTo>
                    <a:pt x="6084108" y="3607659"/>
                    <a:pt x="5342491" y="3379059"/>
                    <a:pt x="4578491" y="3228278"/>
                  </a:cubicBezTo>
                  <a:cubicBezTo>
                    <a:pt x="3235466" y="2963674"/>
                    <a:pt x="1759091" y="2814798"/>
                    <a:pt x="468264" y="3374772"/>
                  </a:cubicBezTo>
                  <a:cubicBezTo>
                    <a:pt x="308876" y="3444240"/>
                    <a:pt x="154207" y="3524072"/>
                    <a:pt x="5254" y="3613755"/>
                  </a:cubicBezTo>
                  <a:cubicBezTo>
                    <a:pt x="204" y="3616700"/>
                    <a:pt x="-1502" y="3623182"/>
                    <a:pt x="1443" y="3628232"/>
                  </a:cubicBezTo>
                  <a:cubicBezTo>
                    <a:pt x="4390" y="3633282"/>
                    <a:pt x="10871" y="3634988"/>
                    <a:pt x="15921" y="36320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5" name="Freeform 175">
              <a:extLst>
                <a:ext uri="{FF2B5EF4-FFF2-40B4-BE49-F238E27FC236}">
                  <a16:creationId xmlns:a16="http://schemas.microsoft.com/office/drawing/2014/main" id="{9DB7600B-65B3-60A9-1251-70779FC6F5F1}"/>
                </a:ext>
              </a:extLst>
            </p:cNvPr>
            <p:cNvSpPr/>
            <p:nvPr/>
          </p:nvSpPr>
          <p:spPr>
            <a:xfrm>
              <a:off x="-1045650" y="-470934"/>
              <a:ext cx="9316796" cy="1954225"/>
            </a:xfrm>
            <a:custGeom>
              <a:avLst/>
              <a:gdLst>
                <a:gd name="connsiteX0" fmla="*/ 15428 w 20539078"/>
                <a:gd name="connsiteY0" fmla="*/ 3642584 h 4308131"/>
                <a:gd name="connsiteX1" fmla="*/ 4319109 w 20539078"/>
                <a:gd name="connsiteY1" fmla="*/ 3211102 h 4308131"/>
                <a:gd name="connsiteX2" fmla="*/ 6538434 w 20539078"/>
                <a:gd name="connsiteY2" fmla="*/ 3800128 h 4308131"/>
                <a:gd name="connsiteX3" fmla="*/ 8753377 w 20539078"/>
                <a:gd name="connsiteY3" fmla="*/ 4302857 h 4308131"/>
                <a:gd name="connsiteX4" fmla="*/ 10635803 w 20539078"/>
                <a:gd name="connsiteY4" fmla="*/ 3875661 h 4308131"/>
                <a:gd name="connsiteX5" fmla="*/ 12148659 w 20539078"/>
                <a:gd name="connsiteY5" fmla="*/ 2726184 h 4308131"/>
                <a:gd name="connsiteX6" fmla="*/ 13640940 w 20539078"/>
                <a:gd name="connsiteY6" fmla="*/ 1447071 h 4308131"/>
                <a:gd name="connsiteX7" fmla="*/ 15519175 w 20539078"/>
                <a:gd name="connsiteY7" fmla="*/ 507906 h 4308131"/>
                <a:gd name="connsiteX8" fmla="*/ 19941348 w 20539078"/>
                <a:gd name="connsiteY8" fmla="*/ 96141 h 4308131"/>
                <a:gd name="connsiteX9" fmla="*/ 20526658 w 20539078"/>
                <a:gd name="connsiteY9" fmla="*/ 178437 h 4308131"/>
                <a:gd name="connsiteX10" fmla="*/ 20531898 w 20539078"/>
                <a:gd name="connsiteY10" fmla="*/ 159387 h 4308131"/>
                <a:gd name="connsiteX11" fmla="*/ 16131347 w 20539078"/>
                <a:gd name="connsiteY11" fmla="*/ 305786 h 4308131"/>
                <a:gd name="connsiteX12" fmla="*/ 14094997 w 20539078"/>
                <a:gd name="connsiteY12" fmla="*/ 1125603 h 4308131"/>
                <a:gd name="connsiteX13" fmla="*/ 12620718 w 20539078"/>
                <a:gd name="connsiteY13" fmla="*/ 2273841 h 4308131"/>
                <a:gd name="connsiteX14" fmla="*/ 9264203 w 20539078"/>
                <a:gd name="connsiteY14" fmla="*/ 4277711 h 4308131"/>
                <a:gd name="connsiteX15" fmla="*/ 6951152 w 20539078"/>
                <a:gd name="connsiteY15" fmla="*/ 3909855 h 4308131"/>
                <a:gd name="connsiteX16" fmla="*/ 4678773 w 20539078"/>
                <a:gd name="connsiteY16" fmla="*/ 3260250 h 4308131"/>
                <a:gd name="connsiteX17" fmla="*/ 483391 w 20539078"/>
                <a:gd name="connsiteY17" fmla="*/ 3379980 h 4308131"/>
                <a:gd name="connsiteX18" fmla="*/ 5046 w 20539078"/>
                <a:gd name="connsiteY18" fmla="*/ 3625534 h 4308131"/>
                <a:gd name="connsiteX19" fmla="*/ 1236 w 20539078"/>
                <a:gd name="connsiteY19" fmla="*/ 3638869 h 4308131"/>
                <a:gd name="connsiteX20" fmla="*/ 14571 w 20539078"/>
                <a:gd name="connsiteY20" fmla="*/ 3642679 h 430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539078" h="4308131">
                  <a:moveTo>
                    <a:pt x="15428" y="3642584"/>
                  </a:moveTo>
                  <a:cubicBezTo>
                    <a:pt x="1308733" y="2866963"/>
                    <a:pt x="2889597" y="2952021"/>
                    <a:pt x="4319109" y="3211102"/>
                  </a:cubicBezTo>
                  <a:cubicBezTo>
                    <a:pt x="5077490" y="3348547"/>
                    <a:pt x="5805676" y="3564765"/>
                    <a:pt x="6538434" y="3800128"/>
                  </a:cubicBezTo>
                  <a:cubicBezTo>
                    <a:pt x="7258238" y="4031299"/>
                    <a:pt x="7993282" y="4262662"/>
                    <a:pt x="8753377" y="4302857"/>
                  </a:cubicBezTo>
                  <a:cubicBezTo>
                    <a:pt x="9416603" y="4337909"/>
                    <a:pt x="10055349" y="4198558"/>
                    <a:pt x="10635803" y="3875661"/>
                  </a:cubicBezTo>
                  <a:cubicBezTo>
                    <a:pt x="11191015" y="3567146"/>
                    <a:pt x="11677552" y="3147951"/>
                    <a:pt x="12148659" y="2726184"/>
                  </a:cubicBezTo>
                  <a:cubicBezTo>
                    <a:pt x="12636434" y="2289462"/>
                    <a:pt x="13110684" y="1833405"/>
                    <a:pt x="13640940" y="1447071"/>
                  </a:cubicBezTo>
                  <a:cubicBezTo>
                    <a:pt x="14208154" y="1033591"/>
                    <a:pt x="14855759" y="731934"/>
                    <a:pt x="15519175" y="507906"/>
                  </a:cubicBezTo>
                  <a:cubicBezTo>
                    <a:pt x="16934590" y="29942"/>
                    <a:pt x="18462400" y="-74357"/>
                    <a:pt x="19941348" y="96141"/>
                  </a:cubicBezTo>
                  <a:cubicBezTo>
                    <a:pt x="20137372" y="118334"/>
                    <a:pt x="20332252" y="146909"/>
                    <a:pt x="20526658" y="178437"/>
                  </a:cubicBezTo>
                  <a:cubicBezTo>
                    <a:pt x="20539136" y="180532"/>
                    <a:pt x="20544470" y="161387"/>
                    <a:pt x="20531898" y="159387"/>
                  </a:cubicBezTo>
                  <a:cubicBezTo>
                    <a:pt x="19075810" y="-80739"/>
                    <a:pt x="17564382" y="-63213"/>
                    <a:pt x="16131347" y="305786"/>
                  </a:cubicBezTo>
                  <a:cubicBezTo>
                    <a:pt x="15421639" y="488475"/>
                    <a:pt x="14729934" y="757938"/>
                    <a:pt x="14094997" y="1125603"/>
                  </a:cubicBezTo>
                  <a:cubicBezTo>
                    <a:pt x="13554739" y="1438404"/>
                    <a:pt x="13082490" y="1857694"/>
                    <a:pt x="12620718" y="2273841"/>
                  </a:cubicBezTo>
                  <a:cubicBezTo>
                    <a:pt x="11650692" y="3147284"/>
                    <a:pt x="10638756" y="4169888"/>
                    <a:pt x="9264203" y="4277711"/>
                  </a:cubicBezTo>
                  <a:cubicBezTo>
                    <a:pt x="8476866" y="4339528"/>
                    <a:pt x="7697341" y="4139503"/>
                    <a:pt x="6951152" y="3909855"/>
                  </a:cubicBezTo>
                  <a:cubicBezTo>
                    <a:pt x="6196486" y="3677636"/>
                    <a:pt x="5454203" y="3417508"/>
                    <a:pt x="4678773" y="3260250"/>
                  </a:cubicBezTo>
                  <a:cubicBezTo>
                    <a:pt x="3311554" y="2983073"/>
                    <a:pt x="1802794" y="2813814"/>
                    <a:pt x="483391" y="3379980"/>
                  </a:cubicBezTo>
                  <a:cubicBezTo>
                    <a:pt x="318608" y="3450995"/>
                    <a:pt x="158798" y="3533032"/>
                    <a:pt x="5046" y="3625534"/>
                  </a:cubicBezTo>
                  <a:cubicBezTo>
                    <a:pt x="311" y="3628165"/>
                    <a:pt x="-1394" y="3634135"/>
                    <a:pt x="1236" y="3638869"/>
                  </a:cubicBezTo>
                  <a:cubicBezTo>
                    <a:pt x="3866" y="3643604"/>
                    <a:pt x="9836" y="3645309"/>
                    <a:pt x="14571" y="36426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6" name="Freeform 176">
              <a:extLst>
                <a:ext uri="{FF2B5EF4-FFF2-40B4-BE49-F238E27FC236}">
                  <a16:creationId xmlns:a16="http://schemas.microsoft.com/office/drawing/2014/main" id="{2A6C04DF-5BEB-F933-DA64-A1430D4CC955}"/>
                </a:ext>
              </a:extLst>
            </p:cNvPr>
            <p:cNvSpPr/>
            <p:nvPr/>
          </p:nvSpPr>
          <p:spPr>
            <a:xfrm>
              <a:off x="-1042449" y="-625723"/>
              <a:ext cx="9315206" cy="2024804"/>
            </a:xfrm>
            <a:custGeom>
              <a:avLst/>
              <a:gdLst>
                <a:gd name="connsiteX0" fmla="*/ 11991 w 20535573"/>
                <a:gd name="connsiteY0" fmla="*/ 3654826 h 4463725"/>
                <a:gd name="connsiteX1" fmla="*/ 4434829 w 20535573"/>
                <a:gd name="connsiteY1" fmla="*/ 3245251 h 4463725"/>
                <a:gd name="connsiteX2" fmla="*/ 5549254 w 20535573"/>
                <a:gd name="connsiteY2" fmla="*/ 3511951 h 4463725"/>
                <a:gd name="connsiteX3" fmla="*/ 6666823 w 20535573"/>
                <a:gd name="connsiteY3" fmla="*/ 3901429 h 4463725"/>
                <a:gd name="connsiteX4" fmla="*/ 8846904 w 20535573"/>
                <a:gd name="connsiteY4" fmla="*/ 4458546 h 4463725"/>
                <a:gd name="connsiteX5" fmla="*/ 10656654 w 20535573"/>
                <a:gd name="connsiteY5" fmla="*/ 4000679 h 4463725"/>
                <a:gd name="connsiteX6" fmla="*/ 12099501 w 20535573"/>
                <a:gd name="connsiteY6" fmla="*/ 2805101 h 4463725"/>
                <a:gd name="connsiteX7" fmla="*/ 13512440 w 20535573"/>
                <a:gd name="connsiteY7" fmla="*/ 1490651 h 4463725"/>
                <a:gd name="connsiteX8" fmla="*/ 15379340 w 20535573"/>
                <a:gd name="connsiteY8" fmla="*/ 509005 h 4463725"/>
                <a:gd name="connsiteX9" fmla="*/ 19941528 w 20535573"/>
                <a:gd name="connsiteY9" fmla="*/ 107145 h 4463725"/>
                <a:gd name="connsiteX10" fmla="*/ 20523888 w 20535573"/>
                <a:gd name="connsiteY10" fmla="*/ 190584 h 4463725"/>
                <a:gd name="connsiteX11" fmla="*/ 20528840 w 20535573"/>
                <a:gd name="connsiteY11" fmla="*/ 172677 h 4463725"/>
                <a:gd name="connsiteX12" fmla="*/ 16003037 w 20535573"/>
                <a:gd name="connsiteY12" fmla="*/ 302026 h 4463725"/>
                <a:gd name="connsiteX13" fmla="*/ 13975164 w 20535573"/>
                <a:gd name="connsiteY13" fmla="*/ 1137750 h 4463725"/>
                <a:gd name="connsiteX14" fmla="*/ 12549748 w 20535573"/>
                <a:gd name="connsiteY14" fmla="*/ 2338472 h 4463725"/>
                <a:gd name="connsiteX15" fmla="*/ 9335632 w 20535573"/>
                <a:gd name="connsiteY15" fmla="*/ 4433400 h 4463725"/>
                <a:gd name="connsiteX16" fmla="*/ 7078207 w 20535573"/>
                <a:gd name="connsiteY16" fmla="*/ 4028492 h 4463725"/>
                <a:gd name="connsiteX17" fmla="*/ 4826974 w 20535573"/>
                <a:gd name="connsiteY17" fmla="*/ 3304592 h 4463725"/>
                <a:gd name="connsiteX18" fmla="*/ 496813 w 20535573"/>
                <a:gd name="connsiteY18" fmla="*/ 3386507 h 4463725"/>
                <a:gd name="connsiteX19" fmla="*/ 3038 w 20535573"/>
                <a:gd name="connsiteY19" fmla="*/ 3638634 h 4463725"/>
                <a:gd name="connsiteX20" fmla="*/ 2551 w 20535573"/>
                <a:gd name="connsiteY20" fmla="*/ 3652096 h 4463725"/>
                <a:gd name="connsiteX21" fmla="*/ 12563 w 20535573"/>
                <a:gd name="connsiteY21" fmla="*/ 3654636 h 446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5573" h="4463725">
                  <a:moveTo>
                    <a:pt x="11991" y="3654826"/>
                  </a:moveTo>
                  <a:cubicBezTo>
                    <a:pt x="1341205" y="2857584"/>
                    <a:pt x="2970742" y="2969026"/>
                    <a:pt x="4434829" y="3245251"/>
                  </a:cubicBezTo>
                  <a:cubicBezTo>
                    <a:pt x="4811067" y="3316308"/>
                    <a:pt x="5183494" y="3398509"/>
                    <a:pt x="5549254" y="3511951"/>
                  </a:cubicBezTo>
                  <a:cubicBezTo>
                    <a:pt x="5926158" y="3628823"/>
                    <a:pt x="6296014" y="3766745"/>
                    <a:pt x="6666823" y="3901429"/>
                  </a:cubicBezTo>
                  <a:cubicBezTo>
                    <a:pt x="7370244" y="4157175"/>
                    <a:pt x="8093096" y="4415779"/>
                    <a:pt x="8846904" y="4458546"/>
                  </a:cubicBezTo>
                  <a:cubicBezTo>
                    <a:pt x="9494604" y="4495027"/>
                    <a:pt x="10105062" y="4338436"/>
                    <a:pt x="10656654" y="4000679"/>
                  </a:cubicBezTo>
                  <a:cubicBezTo>
                    <a:pt x="11190721" y="3673591"/>
                    <a:pt x="11652303" y="3239346"/>
                    <a:pt x="12099501" y="2805101"/>
                  </a:cubicBezTo>
                  <a:cubicBezTo>
                    <a:pt x="12560702" y="2357426"/>
                    <a:pt x="13008663" y="1891177"/>
                    <a:pt x="13512440" y="1490651"/>
                  </a:cubicBezTo>
                  <a:cubicBezTo>
                    <a:pt x="14066604" y="1049739"/>
                    <a:pt x="14711352" y="738652"/>
                    <a:pt x="15379340" y="509005"/>
                  </a:cubicBezTo>
                  <a:cubicBezTo>
                    <a:pt x="16837142" y="6942"/>
                    <a:pt x="18418482" y="-75259"/>
                    <a:pt x="19941528" y="107145"/>
                  </a:cubicBezTo>
                  <a:cubicBezTo>
                    <a:pt x="20136284" y="130449"/>
                    <a:pt x="20330404" y="158262"/>
                    <a:pt x="20523888" y="190584"/>
                  </a:cubicBezTo>
                  <a:cubicBezTo>
                    <a:pt x="20535604" y="192489"/>
                    <a:pt x="20540652" y="174677"/>
                    <a:pt x="20528840" y="172677"/>
                  </a:cubicBezTo>
                  <a:cubicBezTo>
                    <a:pt x="19033320" y="-73830"/>
                    <a:pt x="17477222" y="-78116"/>
                    <a:pt x="16003037" y="302026"/>
                  </a:cubicBezTo>
                  <a:cubicBezTo>
                    <a:pt x="15298187" y="483954"/>
                    <a:pt x="14595337" y="751892"/>
                    <a:pt x="13975164" y="1137750"/>
                  </a:cubicBezTo>
                  <a:cubicBezTo>
                    <a:pt x="13446622" y="1466553"/>
                    <a:pt x="12993042" y="1905655"/>
                    <a:pt x="12549748" y="2338472"/>
                  </a:cubicBezTo>
                  <a:cubicBezTo>
                    <a:pt x="11644873" y="3221820"/>
                    <a:pt x="10676943" y="4315576"/>
                    <a:pt x="9335632" y="4433400"/>
                  </a:cubicBezTo>
                  <a:cubicBezTo>
                    <a:pt x="8562583" y="4501218"/>
                    <a:pt x="7800012" y="4279667"/>
                    <a:pt x="7078207" y="4028492"/>
                  </a:cubicBezTo>
                  <a:cubicBezTo>
                    <a:pt x="6332876" y="3769222"/>
                    <a:pt x="5601832" y="3467946"/>
                    <a:pt x="4826974" y="3304592"/>
                  </a:cubicBezTo>
                  <a:cubicBezTo>
                    <a:pt x="3420417" y="3008365"/>
                    <a:pt x="1860793" y="2807959"/>
                    <a:pt x="496813" y="3386507"/>
                  </a:cubicBezTo>
                  <a:cubicBezTo>
                    <a:pt x="326580" y="3459009"/>
                    <a:pt x="161590" y="3543254"/>
                    <a:pt x="3038" y="3638634"/>
                  </a:cubicBezTo>
                  <a:cubicBezTo>
                    <a:pt x="-814" y="3642217"/>
                    <a:pt x="-1032" y="3648244"/>
                    <a:pt x="2551" y="3652096"/>
                  </a:cubicBezTo>
                  <a:cubicBezTo>
                    <a:pt x="5099" y="3654836"/>
                    <a:pt x="9016" y="3655830"/>
                    <a:pt x="12563" y="36546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7" name="Freeform 177">
              <a:extLst>
                <a:ext uri="{FF2B5EF4-FFF2-40B4-BE49-F238E27FC236}">
                  <a16:creationId xmlns:a16="http://schemas.microsoft.com/office/drawing/2014/main" id="{219087B6-79BA-F1A7-856B-E7D30857EE54}"/>
                </a:ext>
              </a:extLst>
            </p:cNvPr>
            <p:cNvSpPr/>
            <p:nvPr/>
          </p:nvSpPr>
          <p:spPr>
            <a:xfrm>
              <a:off x="-1041149" y="-781291"/>
              <a:ext cx="9315502" cy="2097015"/>
            </a:xfrm>
            <a:custGeom>
              <a:avLst/>
              <a:gdLst>
                <a:gd name="connsiteX0" fmla="*/ 12937 w 20536226"/>
                <a:gd name="connsiteY0" fmla="*/ 3668690 h 4622915"/>
                <a:gd name="connsiteX1" fmla="*/ 4571506 w 20536226"/>
                <a:gd name="connsiteY1" fmla="*/ 3285118 h 4622915"/>
                <a:gd name="connsiteX2" fmla="*/ 5686979 w 20536226"/>
                <a:gd name="connsiteY2" fmla="*/ 3579631 h 4622915"/>
                <a:gd name="connsiteX3" fmla="*/ 6771686 w 20536226"/>
                <a:gd name="connsiteY3" fmla="*/ 4004732 h 4622915"/>
                <a:gd name="connsiteX4" fmla="*/ 8919573 w 20536226"/>
                <a:gd name="connsiteY4" fmla="*/ 4617666 h 4622915"/>
                <a:gd name="connsiteX5" fmla="*/ 10658457 w 20536226"/>
                <a:gd name="connsiteY5" fmla="*/ 4138367 h 4622915"/>
                <a:gd name="connsiteX6" fmla="*/ 12058061 w 20536226"/>
                <a:gd name="connsiteY6" fmla="*/ 2886116 h 4622915"/>
                <a:gd name="connsiteX7" fmla="*/ 13427565 w 20536226"/>
                <a:gd name="connsiteY7" fmla="*/ 1512515 h 4622915"/>
                <a:gd name="connsiteX8" fmla="*/ 15259794 w 20536226"/>
                <a:gd name="connsiteY8" fmla="*/ 504389 h 4622915"/>
                <a:gd name="connsiteX9" fmla="*/ 19911042 w 20536226"/>
                <a:gd name="connsiteY9" fmla="*/ 115674 h 4622915"/>
                <a:gd name="connsiteX10" fmla="*/ 20525404 w 20536226"/>
                <a:gd name="connsiteY10" fmla="*/ 204352 h 4622915"/>
                <a:gd name="connsiteX11" fmla="*/ 20529976 w 20536226"/>
                <a:gd name="connsiteY11" fmla="*/ 187778 h 4622915"/>
                <a:gd name="connsiteX12" fmla="*/ 15896731 w 20536226"/>
                <a:gd name="connsiteY12" fmla="*/ 294077 h 4622915"/>
                <a:gd name="connsiteX13" fmla="*/ 13871907 w 20536226"/>
                <a:gd name="connsiteY13" fmla="*/ 1149232 h 4622915"/>
                <a:gd name="connsiteX14" fmla="*/ 12502307 w 20536226"/>
                <a:gd name="connsiteY14" fmla="*/ 2392340 h 4622915"/>
                <a:gd name="connsiteX15" fmla="*/ 11101465 w 20536226"/>
                <a:gd name="connsiteY15" fmla="*/ 3782990 h 4622915"/>
                <a:gd name="connsiteX16" fmla="*/ 9403539 w 20536226"/>
                <a:gd name="connsiteY16" fmla="*/ 4591567 h 4622915"/>
                <a:gd name="connsiteX17" fmla="*/ 7180023 w 20536226"/>
                <a:gd name="connsiteY17" fmla="*/ 4149607 h 4622915"/>
                <a:gd name="connsiteX18" fmla="*/ 4976128 w 20536226"/>
                <a:gd name="connsiteY18" fmla="*/ 3351983 h 4622915"/>
                <a:gd name="connsiteX19" fmla="*/ 513379 w 20536226"/>
                <a:gd name="connsiteY19" fmla="*/ 3395227 h 4622915"/>
                <a:gd name="connsiteX20" fmla="*/ 4269 w 20536226"/>
                <a:gd name="connsiteY20" fmla="*/ 3653831 h 4622915"/>
                <a:gd name="connsiteX21" fmla="*/ 1173 w 20536226"/>
                <a:gd name="connsiteY21" fmla="*/ 3665594 h 4622915"/>
                <a:gd name="connsiteX22" fmla="*/ 12937 w 20536226"/>
                <a:gd name="connsiteY22" fmla="*/ 3668690 h 462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536226" h="4622915">
                  <a:moveTo>
                    <a:pt x="12937" y="3668690"/>
                  </a:moveTo>
                  <a:cubicBezTo>
                    <a:pt x="1383393" y="2846777"/>
                    <a:pt x="3068175" y="2988890"/>
                    <a:pt x="4571506" y="3285118"/>
                  </a:cubicBezTo>
                  <a:cubicBezTo>
                    <a:pt x="4950792" y="3359889"/>
                    <a:pt x="5321695" y="3451805"/>
                    <a:pt x="5686979" y="3579631"/>
                  </a:cubicBezTo>
                  <a:cubicBezTo>
                    <a:pt x="6052263" y="3707456"/>
                    <a:pt x="6412117" y="3858142"/>
                    <a:pt x="6771686" y="4004732"/>
                  </a:cubicBezTo>
                  <a:cubicBezTo>
                    <a:pt x="7459010" y="4284957"/>
                    <a:pt x="8170432" y="4571850"/>
                    <a:pt x="8919573" y="4617666"/>
                  </a:cubicBezTo>
                  <a:cubicBezTo>
                    <a:pt x="9550319" y="4655766"/>
                    <a:pt x="10134773" y="4485554"/>
                    <a:pt x="10658457" y="4138367"/>
                  </a:cubicBezTo>
                  <a:cubicBezTo>
                    <a:pt x="11182142" y="3791181"/>
                    <a:pt x="11626674" y="3337791"/>
                    <a:pt x="12058061" y="2886116"/>
                  </a:cubicBezTo>
                  <a:cubicBezTo>
                    <a:pt x="12504212" y="2419391"/>
                    <a:pt x="12936456" y="1933616"/>
                    <a:pt x="13427565" y="1512515"/>
                  </a:cubicBezTo>
                  <a:cubicBezTo>
                    <a:pt x="13963918" y="1052363"/>
                    <a:pt x="14594759" y="736609"/>
                    <a:pt x="15259794" y="504389"/>
                  </a:cubicBezTo>
                  <a:cubicBezTo>
                    <a:pt x="16744361" y="-14057"/>
                    <a:pt x="18361040" y="-73302"/>
                    <a:pt x="19911042" y="115674"/>
                  </a:cubicBezTo>
                  <a:cubicBezTo>
                    <a:pt x="20116464" y="140756"/>
                    <a:pt x="20321252" y="170316"/>
                    <a:pt x="20525404" y="204352"/>
                  </a:cubicBezTo>
                  <a:cubicBezTo>
                    <a:pt x="20536264" y="206161"/>
                    <a:pt x="20540930" y="189588"/>
                    <a:pt x="20529976" y="187778"/>
                  </a:cubicBezTo>
                  <a:cubicBezTo>
                    <a:pt x="19001214" y="-64253"/>
                    <a:pt x="17405872" y="-94067"/>
                    <a:pt x="15896731" y="294077"/>
                  </a:cubicBezTo>
                  <a:cubicBezTo>
                    <a:pt x="15193786" y="475052"/>
                    <a:pt x="14477506" y="742514"/>
                    <a:pt x="13871907" y="1149232"/>
                  </a:cubicBezTo>
                  <a:cubicBezTo>
                    <a:pt x="13359557" y="1493561"/>
                    <a:pt x="12925693" y="1946950"/>
                    <a:pt x="12502307" y="2392340"/>
                  </a:cubicBezTo>
                  <a:cubicBezTo>
                    <a:pt x="12049298" y="2868590"/>
                    <a:pt x="11606957" y="3360270"/>
                    <a:pt x="11101465" y="3782990"/>
                  </a:cubicBezTo>
                  <a:cubicBezTo>
                    <a:pt x="10608832" y="4195517"/>
                    <a:pt x="10054191" y="4525940"/>
                    <a:pt x="9403539" y="4591567"/>
                  </a:cubicBezTo>
                  <a:cubicBezTo>
                    <a:pt x="8637633" y="4669291"/>
                    <a:pt x="7884301" y="4423927"/>
                    <a:pt x="7180023" y="4149607"/>
                  </a:cubicBezTo>
                  <a:cubicBezTo>
                    <a:pt x="6453170" y="3866714"/>
                    <a:pt x="5740033" y="3526672"/>
                    <a:pt x="4976128" y="3351983"/>
                  </a:cubicBezTo>
                  <a:cubicBezTo>
                    <a:pt x="3540711" y="3023942"/>
                    <a:pt x="1911841" y="2809058"/>
                    <a:pt x="513379" y="3395227"/>
                  </a:cubicBezTo>
                  <a:cubicBezTo>
                    <a:pt x="337702" y="3469126"/>
                    <a:pt x="167560" y="3555549"/>
                    <a:pt x="4269" y="3653831"/>
                  </a:cubicBezTo>
                  <a:cubicBezTo>
                    <a:pt x="165" y="3656224"/>
                    <a:pt x="-1221" y="3661491"/>
                    <a:pt x="1173" y="3665594"/>
                  </a:cubicBezTo>
                  <a:cubicBezTo>
                    <a:pt x="3567" y="3669697"/>
                    <a:pt x="8833" y="3671083"/>
                    <a:pt x="12937" y="36686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8" name="Freeform 178">
              <a:extLst>
                <a:ext uri="{FF2B5EF4-FFF2-40B4-BE49-F238E27FC236}">
                  <a16:creationId xmlns:a16="http://schemas.microsoft.com/office/drawing/2014/main" id="{7FF732A4-1F56-FF42-CF30-5582AB626AE9}"/>
                </a:ext>
              </a:extLst>
            </p:cNvPr>
            <p:cNvSpPr/>
            <p:nvPr/>
          </p:nvSpPr>
          <p:spPr>
            <a:xfrm>
              <a:off x="-1038754" y="-937733"/>
              <a:ext cx="9314703" cy="2170858"/>
            </a:xfrm>
            <a:custGeom>
              <a:avLst/>
              <a:gdLst>
                <a:gd name="connsiteX0" fmla="*/ 11466 w 20534463"/>
                <a:gd name="connsiteY0" fmla="*/ 3684481 h 4785702"/>
                <a:gd name="connsiteX1" fmla="*/ 4705005 w 20534463"/>
                <a:gd name="connsiteY1" fmla="*/ 3327866 h 4785702"/>
                <a:gd name="connsiteX2" fmla="*/ 6896516 w 20534463"/>
                <a:gd name="connsiteY2" fmla="*/ 4130252 h 4785702"/>
                <a:gd name="connsiteX3" fmla="*/ 8972109 w 20534463"/>
                <a:gd name="connsiteY3" fmla="*/ 4780238 h 4785702"/>
                <a:gd name="connsiteX4" fmla="*/ 10662130 w 20534463"/>
                <a:gd name="connsiteY4" fmla="*/ 4273222 h 4785702"/>
                <a:gd name="connsiteX5" fmla="*/ 12016775 w 20534463"/>
                <a:gd name="connsiteY5" fmla="*/ 2970011 h 4785702"/>
                <a:gd name="connsiteX6" fmla="*/ 13341512 w 20534463"/>
                <a:gd name="connsiteY6" fmla="*/ 1542690 h 4785702"/>
                <a:gd name="connsiteX7" fmla="*/ 14031598 w 20534463"/>
                <a:gd name="connsiteY7" fmla="*/ 1011671 h 4785702"/>
                <a:gd name="connsiteX8" fmla="*/ 15123259 w 20534463"/>
                <a:gd name="connsiteY8" fmla="*/ 506846 h 4785702"/>
                <a:gd name="connsiteX9" fmla="*/ 19912810 w 20534463"/>
                <a:gd name="connsiteY9" fmla="*/ 130323 h 4785702"/>
                <a:gd name="connsiteX10" fmla="*/ 20524506 w 20534463"/>
                <a:gd name="connsiteY10" fmla="*/ 220048 h 4785702"/>
                <a:gd name="connsiteX11" fmla="*/ 20528696 w 20534463"/>
                <a:gd name="connsiteY11" fmla="*/ 204808 h 4785702"/>
                <a:gd name="connsiteX12" fmla="*/ 15772102 w 20534463"/>
                <a:gd name="connsiteY12" fmla="*/ 291010 h 4785702"/>
                <a:gd name="connsiteX13" fmla="*/ 13767756 w 20534463"/>
                <a:gd name="connsiteY13" fmla="*/ 1167310 h 4785702"/>
                <a:gd name="connsiteX14" fmla="*/ 12434256 w 20534463"/>
                <a:gd name="connsiteY14" fmla="*/ 2472806 h 4785702"/>
                <a:gd name="connsiteX15" fmla="*/ 11078372 w 20534463"/>
                <a:gd name="connsiteY15" fmla="*/ 3915653 h 4785702"/>
                <a:gd name="connsiteX16" fmla="*/ 9449597 w 20534463"/>
                <a:gd name="connsiteY16" fmla="*/ 4753853 h 4785702"/>
                <a:gd name="connsiteX17" fmla="*/ 7242750 w 20534463"/>
                <a:gd name="connsiteY17" fmla="*/ 4266364 h 4785702"/>
                <a:gd name="connsiteX18" fmla="*/ 5112484 w 20534463"/>
                <a:gd name="connsiteY18" fmla="*/ 3402922 h 4785702"/>
                <a:gd name="connsiteX19" fmla="*/ 3945957 w 20534463"/>
                <a:gd name="connsiteY19" fmla="*/ 3174322 h 4785702"/>
                <a:gd name="connsiteX20" fmla="*/ 2774382 w 20534463"/>
                <a:gd name="connsiteY20" fmla="*/ 3057737 h 4785702"/>
                <a:gd name="connsiteX21" fmla="*/ 513051 w 20534463"/>
                <a:gd name="connsiteY21" fmla="*/ 3412067 h 4785702"/>
                <a:gd name="connsiteX22" fmla="*/ 3941 w 20534463"/>
                <a:gd name="connsiteY22" fmla="*/ 3670670 h 4785702"/>
                <a:gd name="connsiteX23" fmla="*/ 1083 w 20534463"/>
                <a:gd name="connsiteY23" fmla="*/ 3681529 h 4785702"/>
                <a:gd name="connsiteX24" fmla="*/ 11941 w 20534463"/>
                <a:gd name="connsiteY24" fmla="*/ 3684386 h 478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4463" h="4785702">
                  <a:moveTo>
                    <a:pt x="11466" y="3684481"/>
                  </a:moveTo>
                  <a:cubicBezTo>
                    <a:pt x="1422784" y="2837995"/>
                    <a:pt x="3163002" y="3012302"/>
                    <a:pt x="4705005" y="3327866"/>
                  </a:cubicBezTo>
                  <a:cubicBezTo>
                    <a:pt x="5478339" y="3486076"/>
                    <a:pt x="6181380" y="3806687"/>
                    <a:pt x="6896516" y="4130252"/>
                  </a:cubicBezTo>
                  <a:cubicBezTo>
                    <a:pt x="7554313" y="4427718"/>
                    <a:pt x="8242113" y="4732613"/>
                    <a:pt x="8972109" y="4780238"/>
                  </a:cubicBezTo>
                  <a:cubicBezTo>
                    <a:pt x="9594949" y="4820814"/>
                    <a:pt x="10159400" y="4633838"/>
                    <a:pt x="10662130" y="4273222"/>
                  </a:cubicBezTo>
                  <a:cubicBezTo>
                    <a:pt x="11172384" y="3907367"/>
                    <a:pt x="11601676" y="3436736"/>
                    <a:pt x="12016775" y="2970011"/>
                  </a:cubicBezTo>
                  <a:cubicBezTo>
                    <a:pt x="12448067" y="2485665"/>
                    <a:pt x="12864500" y="1983793"/>
                    <a:pt x="13341512" y="1542690"/>
                  </a:cubicBezTo>
                  <a:cubicBezTo>
                    <a:pt x="13554301" y="1345523"/>
                    <a:pt x="13781281" y="1159880"/>
                    <a:pt x="14031598" y="1011671"/>
                  </a:cubicBezTo>
                  <a:cubicBezTo>
                    <a:pt x="14376404" y="807360"/>
                    <a:pt x="14746450" y="642196"/>
                    <a:pt x="15123259" y="506846"/>
                  </a:cubicBezTo>
                  <a:cubicBezTo>
                    <a:pt x="16648497" y="-40175"/>
                    <a:pt x="18320134" y="-71321"/>
                    <a:pt x="19912810" y="130323"/>
                  </a:cubicBezTo>
                  <a:cubicBezTo>
                    <a:pt x="20117216" y="156104"/>
                    <a:pt x="20321116" y="186012"/>
                    <a:pt x="20524506" y="220048"/>
                  </a:cubicBezTo>
                  <a:cubicBezTo>
                    <a:pt x="20534506" y="221763"/>
                    <a:pt x="20538794" y="206428"/>
                    <a:pt x="20528696" y="204808"/>
                  </a:cubicBezTo>
                  <a:cubicBezTo>
                    <a:pt x="18961262" y="-54367"/>
                    <a:pt x="17321152" y="-110564"/>
                    <a:pt x="15772102" y="291010"/>
                  </a:cubicBezTo>
                  <a:cubicBezTo>
                    <a:pt x="15075348" y="471985"/>
                    <a:pt x="14352877" y="740018"/>
                    <a:pt x="13767756" y="1167310"/>
                  </a:cubicBezTo>
                  <a:cubicBezTo>
                    <a:pt x="13264741" y="1534498"/>
                    <a:pt x="12845546" y="2008748"/>
                    <a:pt x="12434256" y="2472806"/>
                  </a:cubicBezTo>
                  <a:cubicBezTo>
                    <a:pt x="11997630" y="2966678"/>
                    <a:pt x="11570243" y="3474551"/>
                    <a:pt x="11078372" y="3915653"/>
                  </a:cubicBezTo>
                  <a:cubicBezTo>
                    <a:pt x="10613171" y="4332848"/>
                    <a:pt x="10083010" y="4681749"/>
                    <a:pt x="9449597" y="4753853"/>
                  </a:cubicBezTo>
                  <a:cubicBezTo>
                    <a:pt x="8683978" y="4841198"/>
                    <a:pt x="7933408" y="4566020"/>
                    <a:pt x="7242750" y="4266364"/>
                  </a:cubicBezTo>
                  <a:cubicBezTo>
                    <a:pt x="6541044" y="3961564"/>
                    <a:pt x="5855434" y="3599614"/>
                    <a:pt x="5112484" y="3402922"/>
                  </a:cubicBezTo>
                  <a:cubicBezTo>
                    <a:pt x="4730531" y="3301767"/>
                    <a:pt x="4336196" y="3234139"/>
                    <a:pt x="3945957" y="3174322"/>
                  </a:cubicBezTo>
                  <a:cubicBezTo>
                    <a:pt x="3557909" y="3114601"/>
                    <a:pt x="3166908" y="3071929"/>
                    <a:pt x="2774382" y="3057737"/>
                  </a:cubicBezTo>
                  <a:cubicBezTo>
                    <a:pt x="2007715" y="3030209"/>
                    <a:pt x="1225617" y="3113553"/>
                    <a:pt x="513051" y="3412067"/>
                  </a:cubicBezTo>
                  <a:cubicBezTo>
                    <a:pt x="337392" y="3486004"/>
                    <a:pt x="167253" y="3572426"/>
                    <a:pt x="3941" y="3670670"/>
                  </a:cubicBezTo>
                  <a:cubicBezTo>
                    <a:pt x="153" y="3672880"/>
                    <a:pt x="-1126" y="3677741"/>
                    <a:pt x="1083" y="3681529"/>
                  </a:cubicBezTo>
                  <a:cubicBezTo>
                    <a:pt x="3292" y="3685317"/>
                    <a:pt x="8153" y="3686596"/>
                    <a:pt x="11941" y="36843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9" name="Freeform 179">
              <a:extLst>
                <a:ext uri="{FF2B5EF4-FFF2-40B4-BE49-F238E27FC236}">
                  <a16:creationId xmlns:a16="http://schemas.microsoft.com/office/drawing/2014/main" id="{E064BCE1-2102-9DBF-24F9-79B0F01A009B}"/>
                </a:ext>
              </a:extLst>
            </p:cNvPr>
            <p:cNvSpPr/>
            <p:nvPr/>
          </p:nvSpPr>
          <p:spPr>
            <a:xfrm>
              <a:off x="-1036791" y="-1094922"/>
              <a:ext cx="9314385" cy="2245946"/>
            </a:xfrm>
            <a:custGeom>
              <a:avLst/>
              <a:gdLst>
                <a:gd name="connsiteX0" fmla="*/ 11042 w 20533762"/>
                <a:gd name="connsiteY0" fmla="*/ 3701920 h 4951237"/>
                <a:gd name="connsiteX1" fmla="*/ 4872698 w 20533762"/>
                <a:gd name="connsiteY1" fmla="*/ 3379880 h 4951237"/>
                <a:gd name="connsiteX2" fmla="*/ 6999630 w 20533762"/>
                <a:gd name="connsiteY2" fmla="*/ 4257894 h 4951237"/>
                <a:gd name="connsiteX3" fmla="*/ 9038742 w 20533762"/>
                <a:gd name="connsiteY3" fmla="*/ 4946933 h 4951237"/>
                <a:gd name="connsiteX4" fmla="*/ 10660945 w 20533762"/>
                <a:gd name="connsiteY4" fmla="*/ 4412200 h 4951237"/>
                <a:gd name="connsiteX5" fmla="*/ 11978919 w 20533762"/>
                <a:gd name="connsiteY5" fmla="*/ 3056030 h 4951237"/>
                <a:gd name="connsiteX6" fmla="*/ 13267556 w 20533762"/>
                <a:gd name="connsiteY6" fmla="*/ 1571178 h 4951237"/>
                <a:gd name="connsiteX7" fmla="*/ 13941259 w 20533762"/>
                <a:gd name="connsiteY7" fmla="*/ 1012917 h 4951237"/>
                <a:gd name="connsiteX8" fmla="*/ 15000058 w 20533762"/>
                <a:gd name="connsiteY8" fmla="*/ 506854 h 4951237"/>
                <a:gd name="connsiteX9" fmla="*/ 19884478 w 20533762"/>
                <a:gd name="connsiteY9" fmla="*/ 142523 h 4951237"/>
                <a:gd name="connsiteX10" fmla="*/ 20524558 w 20533762"/>
                <a:gd name="connsiteY10" fmla="*/ 237773 h 4951237"/>
                <a:gd name="connsiteX11" fmla="*/ 20528368 w 20533762"/>
                <a:gd name="connsiteY11" fmla="*/ 223676 h 4951237"/>
                <a:gd name="connsiteX12" fmla="*/ 15640710 w 20533762"/>
                <a:gd name="connsiteY12" fmla="*/ 290351 h 4951237"/>
                <a:gd name="connsiteX13" fmla="*/ 13683799 w 20533762"/>
                <a:gd name="connsiteY13" fmla="*/ 1179033 h 4951237"/>
                <a:gd name="connsiteX14" fmla="*/ 12380874 w 20533762"/>
                <a:gd name="connsiteY14" fmla="*/ 2547109 h 4951237"/>
                <a:gd name="connsiteX15" fmla="*/ 11070234 w 20533762"/>
                <a:gd name="connsiteY15" fmla="*/ 4037105 h 4951237"/>
                <a:gd name="connsiteX16" fmla="*/ 9533661 w 20533762"/>
                <a:gd name="connsiteY16" fmla="*/ 4912643 h 4951237"/>
                <a:gd name="connsiteX17" fmla="*/ 7340625 w 20533762"/>
                <a:gd name="connsiteY17" fmla="*/ 4408580 h 4951237"/>
                <a:gd name="connsiteX18" fmla="*/ 5264175 w 20533762"/>
                <a:gd name="connsiteY18" fmla="*/ 3467129 h 4951237"/>
                <a:gd name="connsiteX19" fmla="*/ 4081932 w 20533762"/>
                <a:gd name="connsiteY19" fmla="*/ 3214716 h 4951237"/>
                <a:gd name="connsiteX20" fmla="*/ 2859589 w 20533762"/>
                <a:gd name="connsiteY20" fmla="*/ 3079938 h 4951237"/>
                <a:gd name="connsiteX21" fmla="*/ 514438 w 20533762"/>
                <a:gd name="connsiteY21" fmla="*/ 3429886 h 4951237"/>
                <a:gd name="connsiteX22" fmla="*/ 3612 w 20533762"/>
                <a:gd name="connsiteY22" fmla="*/ 3689252 h 4951237"/>
                <a:gd name="connsiteX23" fmla="*/ 993 w 20533762"/>
                <a:gd name="connsiteY23" fmla="*/ 3699206 h 4951237"/>
                <a:gd name="connsiteX24" fmla="*/ 10947 w 20533762"/>
                <a:gd name="connsiteY24" fmla="*/ 3701825 h 49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3762" h="4951237">
                  <a:moveTo>
                    <a:pt x="11042" y="3701920"/>
                  </a:moveTo>
                  <a:cubicBezTo>
                    <a:pt x="1472273" y="2825239"/>
                    <a:pt x="3282880" y="3040504"/>
                    <a:pt x="4872698" y="3379880"/>
                  </a:cubicBezTo>
                  <a:cubicBezTo>
                    <a:pt x="5628697" y="3541805"/>
                    <a:pt x="6313354" y="3916423"/>
                    <a:pt x="6999630" y="4257894"/>
                  </a:cubicBezTo>
                  <a:cubicBezTo>
                    <a:pt x="7638377" y="4575839"/>
                    <a:pt x="8314938" y="4902642"/>
                    <a:pt x="9038742" y="4946933"/>
                  </a:cubicBezTo>
                  <a:cubicBezTo>
                    <a:pt x="9646342" y="4984081"/>
                    <a:pt x="10184790" y="4778721"/>
                    <a:pt x="10660945" y="4412200"/>
                  </a:cubicBezTo>
                  <a:cubicBezTo>
                    <a:pt x="11160912" y="4027580"/>
                    <a:pt x="11576202" y="3538757"/>
                    <a:pt x="11978919" y="3056030"/>
                  </a:cubicBezTo>
                  <a:cubicBezTo>
                    <a:pt x="12398019" y="2553205"/>
                    <a:pt x="12802260" y="2033235"/>
                    <a:pt x="13267556" y="1571178"/>
                  </a:cubicBezTo>
                  <a:cubicBezTo>
                    <a:pt x="13474439" y="1365628"/>
                    <a:pt x="13695133" y="1170080"/>
                    <a:pt x="13941259" y="1012917"/>
                  </a:cubicBezTo>
                  <a:cubicBezTo>
                    <a:pt x="14269396" y="802796"/>
                    <a:pt x="14635156" y="641442"/>
                    <a:pt x="15000058" y="506854"/>
                  </a:cubicBezTo>
                  <a:cubicBezTo>
                    <a:pt x="16552633" y="-63884"/>
                    <a:pt x="18263134" y="-67503"/>
                    <a:pt x="19884478" y="142523"/>
                  </a:cubicBezTo>
                  <a:cubicBezTo>
                    <a:pt x="20098410" y="170209"/>
                    <a:pt x="20311770" y="201959"/>
                    <a:pt x="20524558" y="237773"/>
                  </a:cubicBezTo>
                  <a:cubicBezTo>
                    <a:pt x="20534084" y="239297"/>
                    <a:pt x="20537608" y="225200"/>
                    <a:pt x="20528368" y="223676"/>
                  </a:cubicBezTo>
                  <a:cubicBezTo>
                    <a:pt x="18919978" y="-42453"/>
                    <a:pt x="17231290" y="-128749"/>
                    <a:pt x="15640710" y="290351"/>
                  </a:cubicBezTo>
                  <a:cubicBezTo>
                    <a:pt x="14957196" y="470469"/>
                    <a:pt x="14244440" y="738026"/>
                    <a:pt x="13683799" y="1179033"/>
                  </a:cubicBezTo>
                  <a:cubicBezTo>
                    <a:pt x="13188499" y="1568606"/>
                    <a:pt x="12781019" y="2064096"/>
                    <a:pt x="12380874" y="2547109"/>
                  </a:cubicBezTo>
                  <a:cubicBezTo>
                    <a:pt x="11959298" y="3056030"/>
                    <a:pt x="11547341" y="3578095"/>
                    <a:pt x="11070234" y="4037105"/>
                  </a:cubicBezTo>
                  <a:cubicBezTo>
                    <a:pt x="10639133" y="4451728"/>
                    <a:pt x="10140023" y="4822536"/>
                    <a:pt x="9533661" y="4912643"/>
                  </a:cubicBezTo>
                  <a:cubicBezTo>
                    <a:pt x="8769185" y="5026371"/>
                    <a:pt x="8018424" y="4730334"/>
                    <a:pt x="7340625" y="4408580"/>
                  </a:cubicBezTo>
                  <a:cubicBezTo>
                    <a:pt x="6654825" y="4083301"/>
                    <a:pt x="5991885" y="3694205"/>
                    <a:pt x="5264175" y="3467129"/>
                  </a:cubicBezTo>
                  <a:cubicBezTo>
                    <a:pt x="4880699" y="3347495"/>
                    <a:pt x="4477791" y="3279867"/>
                    <a:pt x="4081932" y="3214716"/>
                  </a:cubicBezTo>
                  <a:cubicBezTo>
                    <a:pt x="3677310" y="3148041"/>
                    <a:pt x="3269354" y="3099083"/>
                    <a:pt x="2859589" y="3079938"/>
                  </a:cubicBezTo>
                  <a:cubicBezTo>
                    <a:pt x="2065871" y="3043076"/>
                    <a:pt x="1253007" y="3120609"/>
                    <a:pt x="514438" y="3429886"/>
                  </a:cubicBezTo>
                  <a:cubicBezTo>
                    <a:pt x="338164" y="3503980"/>
                    <a:pt x="167448" y="3590659"/>
                    <a:pt x="3612" y="3689252"/>
                  </a:cubicBezTo>
                  <a:cubicBezTo>
                    <a:pt x="140" y="3691277"/>
                    <a:pt x="-1033" y="3695734"/>
                    <a:pt x="993" y="3699206"/>
                  </a:cubicBezTo>
                  <a:cubicBezTo>
                    <a:pt x="3018" y="3702678"/>
                    <a:pt x="7475" y="3703851"/>
                    <a:pt x="10947" y="3701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40" name="Freeform 180">
              <a:extLst>
                <a:ext uri="{FF2B5EF4-FFF2-40B4-BE49-F238E27FC236}">
                  <a16:creationId xmlns:a16="http://schemas.microsoft.com/office/drawing/2014/main" id="{7FA65D12-7F3A-B7E1-C53C-C6B6B2E29D58}"/>
                </a:ext>
              </a:extLst>
            </p:cNvPr>
            <p:cNvSpPr/>
            <p:nvPr/>
          </p:nvSpPr>
          <p:spPr>
            <a:xfrm>
              <a:off x="-1034224" y="-1253208"/>
              <a:ext cx="9313468" cy="2322773"/>
            </a:xfrm>
            <a:custGeom>
              <a:avLst/>
              <a:gdLst>
                <a:gd name="connsiteX0" fmla="*/ 9289 w 20531742"/>
                <a:gd name="connsiteY0" fmla="*/ 3721775 h 5120603"/>
                <a:gd name="connsiteX1" fmla="*/ 2447117 w 20531742"/>
                <a:gd name="connsiteY1" fmla="*/ 3105984 h 5120603"/>
                <a:gd name="connsiteX2" fmla="*/ 4989054 w 20531742"/>
                <a:gd name="connsiteY2" fmla="*/ 3426405 h 5120603"/>
                <a:gd name="connsiteX3" fmla="*/ 7075601 w 20531742"/>
                <a:gd name="connsiteY3" fmla="*/ 4385382 h 5120603"/>
                <a:gd name="connsiteX4" fmla="*/ 9067564 w 20531742"/>
                <a:gd name="connsiteY4" fmla="*/ 5116045 h 5120603"/>
                <a:gd name="connsiteX5" fmla="*/ 10633188 w 20531742"/>
                <a:gd name="connsiteY5" fmla="*/ 4572453 h 5120603"/>
                <a:gd name="connsiteX6" fmla="*/ 11933541 w 20531742"/>
                <a:gd name="connsiteY6" fmla="*/ 3155323 h 5120603"/>
                <a:gd name="connsiteX7" fmla="*/ 13186841 w 20531742"/>
                <a:gd name="connsiteY7" fmla="*/ 1614178 h 5120603"/>
                <a:gd name="connsiteX8" fmla="*/ 13839970 w 20531742"/>
                <a:gd name="connsiteY8" fmla="*/ 1027629 h 5120603"/>
                <a:gd name="connsiteX9" fmla="*/ 14850953 w 20531742"/>
                <a:gd name="connsiteY9" fmla="*/ 518898 h 5120603"/>
                <a:gd name="connsiteX10" fmla="*/ 19918254 w 20531742"/>
                <a:gd name="connsiteY10" fmla="*/ 165711 h 5120603"/>
                <a:gd name="connsiteX11" fmla="*/ 20523472 w 20531742"/>
                <a:gd name="connsiteY11" fmla="*/ 257532 h 5120603"/>
                <a:gd name="connsiteX12" fmla="*/ 20526900 w 20531742"/>
                <a:gd name="connsiteY12" fmla="*/ 244769 h 5120603"/>
                <a:gd name="connsiteX13" fmla="*/ 15518084 w 20531742"/>
                <a:gd name="connsiteY13" fmla="*/ 288870 h 5120603"/>
                <a:gd name="connsiteX14" fmla="*/ 13588700 w 20531742"/>
                <a:gd name="connsiteY14" fmla="*/ 1207175 h 5120603"/>
                <a:gd name="connsiteX15" fmla="*/ 12322923 w 20531742"/>
                <a:gd name="connsiteY15" fmla="*/ 2633448 h 5120603"/>
                <a:gd name="connsiteX16" fmla="*/ 11038382 w 20531742"/>
                <a:gd name="connsiteY16" fmla="*/ 4182595 h 5120603"/>
                <a:gd name="connsiteX17" fmla="*/ 9553339 w 20531742"/>
                <a:gd name="connsiteY17" fmla="*/ 5081373 h 5120603"/>
                <a:gd name="connsiteX18" fmla="*/ 7412881 w 20531742"/>
                <a:gd name="connsiteY18" fmla="*/ 4549783 h 5120603"/>
                <a:gd name="connsiteX19" fmla="*/ 5372340 w 20531742"/>
                <a:gd name="connsiteY19" fmla="*/ 3527846 h 5120603"/>
                <a:gd name="connsiteX20" fmla="*/ 4199622 w 20531742"/>
                <a:gd name="connsiteY20" fmla="*/ 3255812 h 5120603"/>
                <a:gd name="connsiteX21" fmla="*/ 2961372 w 20531742"/>
                <a:gd name="connsiteY21" fmla="*/ 3106269 h 5120603"/>
                <a:gd name="connsiteX22" fmla="*/ 528687 w 20531742"/>
                <a:gd name="connsiteY22" fmla="*/ 3444407 h 5120603"/>
                <a:gd name="connsiteX23" fmla="*/ 2622 w 20531742"/>
                <a:gd name="connsiteY23" fmla="*/ 3710059 h 5120603"/>
                <a:gd name="connsiteX24" fmla="*/ 1368 w 20531742"/>
                <a:gd name="connsiteY24" fmla="*/ 3719405 h 5120603"/>
                <a:gd name="connsiteX25" fmla="*/ 9289 w 20531742"/>
                <a:gd name="connsiteY25" fmla="*/ 3721489 h 512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531742" h="5120603">
                  <a:moveTo>
                    <a:pt x="9289" y="3721775"/>
                  </a:moveTo>
                  <a:cubicBezTo>
                    <a:pt x="745286" y="3280386"/>
                    <a:pt x="1596630" y="3112175"/>
                    <a:pt x="2447117" y="3105984"/>
                  </a:cubicBezTo>
                  <a:cubicBezTo>
                    <a:pt x="3297604" y="3099792"/>
                    <a:pt x="4164475" y="3225903"/>
                    <a:pt x="4989054" y="3426405"/>
                  </a:cubicBezTo>
                  <a:cubicBezTo>
                    <a:pt x="5736671" y="3608237"/>
                    <a:pt x="6406374" y="4021336"/>
                    <a:pt x="7075601" y="4385382"/>
                  </a:cubicBezTo>
                  <a:cubicBezTo>
                    <a:pt x="7692344" y="4720948"/>
                    <a:pt x="8353189" y="5068896"/>
                    <a:pt x="9067564" y="5116045"/>
                  </a:cubicBezTo>
                  <a:cubicBezTo>
                    <a:pt x="9660686" y="5155097"/>
                    <a:pt x="10178750" y="4940689"/>
                    <a:pt x="10633188" y="4572453"/>
                  </a:cubicBezTo>
                  <a:cubicBezTo>
                    <a:pt x="11131917" y="4168307"/>
                    <a:pt x="11539206" y="3658053"/>
                    <a:pt x="11933541" y="3155323"/>
                  </a:cubicBezTo>
                  <a:cubicBezTo>
                    <a:pt x="12341973" y="2634877"/>
                    <a:pt x="12733641" y="2098048"/>
                    <a:pt x="13186841" y="1614178"/>
                  </a:cubicBezTo>
                  <a:cubicBezTo>
                    <a:pt x="13386866" y="1400723"/>
                    <a:pt x="13600225" y="1196221"/>
                    <a:pt x="13839970" y="1027629"/>
                  </a:cubicBezTo>
                  <a:cubicBezTo>
                    <a:pt x="14147056" y="811697"/>
                    <a:pt x="14501767" y="652725"/>
                    <a:pt x="14850953" y="518898"/>
                  </a:cubicBezTo>
                  <a:cubicBezTo>
                    <a:pt x="16454487" y="-96703"/>
                    <a:pt x="18240996" y="-62603"/>
                    <a:pt x="19918254" y="165711"/>
                  </a:cubicBezTo>
                  <a:cubicBezTo>
                    <a:pt x="20120374" y="193207"/>
                    <a:pt x="20322114" y="223814"/>
                    <a:pt x="20523472" y="257532"/>
                  </a:cubicBezTo>
                  <a:cubicBezTo>
                    <a:pt x="20531758" y="258866"/>
                    <a:pt x="20535378" y="246198"/>
                    <a:pt x="20526900" y="244769"/>
                  </a:cubicBezTo>
                  <a:cubicBezTo>
                    <a:pt x="18880982" y="-28027"/>
                    <a:pt x="17147146" y="-147852"/>
                    <a:pt x="15518084" y="288870"/>
                  </a:cubicBezTo>
                  <a:cubicBezTo>
                    <a:pt x="14837047" y="471273"/>
                    <a:pt x="14130292" y="743784"/>
                    <a:pt x="13588700" y="1207175"/>
                  </a:cubicBezTo>
                  <a:cubicBezTo>
                    <a:pt x="13105497" y="1620560"/>
                    <a:pt x="12711733" y="2133576"/>
                    <a:pt x="12322923" y="2633448"/>
                  </a:cubicBezTo>
                  <a:cubicBezTo>
                    <a:pt x="11911348" y="3162086"/>
                    <a:pt x="11509012" y="3703677"/>
                    <a:pt x="11038382" y="4182595"/>
                  </a:cubicBezTo>
                  <a:cubicBezTo>
                    <a:pt x="10628521" y="4599599"/>
                    <a:pt x="10146746" y="4986790"/>
                    <a:pt x="9553339" y="5081373"/>
                  </a:cubicBezTo>
                  <a:cubicBezTo>
                    <a:pt x="8801435" y="5201484"/>
                    <a:pt x="8066391" y="4887349"/>
                    <a:pt x="7412881" y="4549783"/>
                  </a:cubicBezTo>
                  <a:cubicBezTo>
                    <a:pt x="6738035" y="4201168"/>
                    <a:pt x="6091192" y="3783402"/>
                    <a:pt x="5372340" y="3527846"/>
                  </a:cubicBezTo>
                  <a:cubicBezTo>
                    <a:pt x="4994007" y="3393448"/>
                    <a:pt x="4594243" y="3324106"/>
                    <a:pt x="4199622" y="3255812"/>
                  </a:cubicBezTo>
                  <a:cubicBezTo>
                    <a:pt x="3790047" y="3184851"/>
                    <a:pt x="3376567" y="3130749"/>
                    <a:pt x="2961372" y="3106269"/>
                  </a:cubicBezTo>
                  <a:cubicBezTo>
                    <a:pt x="2139936" y="3057978"/>
                    <a:pt x="1295450" y="3126939"/>
                    <a:pt x="528687" y="3444407"/>
                  </a:cubicBezTo>
                  <a:cubicBezTo>
                    <a:pt x="347007" y="3519832"/>
                    <a:pt x="171168" y="3608626"/>
                    <a:pt x="2622" y="3710059"/>
                  </a:cubicBezTo>
                  <a:cubicBezTo>
                    <a:pt x="-305" y="3712294"/>
                    <a:pt x="-866" y="3716478"/>
                    <a:pt x="1368" y="3719405"/>
                  </a:cubicBezTo>
                  <a:cubicBezTo>
                    <a:pt x="3221" y="3721830"/>
                    <a:pt x="6483" y="3722689"/>
                    <a:pt x="9289" y="37214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</p:grpSp>
      <p:sp>
        <p:nvSpPr>
          <p:cNvPr id="5" name="Rectangle 16">
            <a:extLst>
              <a:ext uri="{FF2B5EF4-FFF2-40B4-BE49-F238E27FC236}">
                <a16:creationId xmlns:a16="http://schemas.microsoft.com/office/drawing/2014/main" id="{B448E33D-8064-D806-83EA-149B8B76495A}"/>
              </a:ext>
            </a:extLst>
          </p:cNvPr>
          <p:cNvSpPr/>
          <p:nvPr/>
        </p:nvSpPr>
        <p:spPr>
          <a:xfrm>
            <a:off x="8810625" y="3429000"/>
            <a:ext cx="3381375" cy="3429000"/>
          </a:xfrm>
          <a:prstGeom prst="rect">
            <a:avLst/>
          </a:prstGeom>
          <a:solidFill>
            <a:srgbClr val="ED8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762D4B43-F430-1899-6A30-F733750FC18A}"/>
              </a:ext>
            </a:extLst>
          </p:cNvPr>
          <p:cNvCxnSpPr>
            <a:cxnSpLocks/>
            <a:stCxn id="13" idx="4"/>
            <a:endCxn id="21" idx="0"/>
          </p:cNvCxnSpPr>
          <p:nvPr/>
        </p:nvCxnSpPr>
        <p:spPr>
          <a:xfrm>
            <a:off x="632303" y="2640765"/>
            <a:ext cx="0" cy="1997616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6">
            <a:extLst>
              <a:ext uri="{FF2B5EF4-FFF2-40B4-BE49-F238E27FC236}">
                <a16:creationId xmlns:a16="http://schemas.microsoft.com/office/drawing/2014/main" id="{9A2A2B90-8F21-565E-8B35-EE2893476E5D}"/>
              </a:ext>
            </a:extLst>
          </p:cNvPr>
          <p:cNvSpPr/>
          <p:nvPr/>
        </p:nvSpPr>
        <p:spPr>
          <a:xfrm>
            <a:off x="547549" y="2471257"/>
            <a:ext cx="169508" cy="169508"/>
          </a:xfrm>
          <a:prstGeom prst="ellipse">
            <a:avLst/>
          </a:prstGeom>
          <a:solidFill>
            <a:srgbClr val="E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A9630FB1-CA89-261B-2E30-1F0FEE79BCF8}"/>
              </a:ext>
            </a:extLst>
          </p:cNvPr>
          <p:cNvSpPr/>
          <p:nvPr/>
        </p:nvSpPr>
        <p:spPr>
          <a:xfrm>
            <a:off x="547549" y="3796158"/>
            <a:ext cx="169508" cy="169508"/>
          </a:xfrm>
          <a:prstGeom prst="ellipse">
            <a:avLst/>
          </a:prstGeom>
          <a:solidFill>
            <a:srgbClr val="E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DA794B0E-0FD5-E9A0-E65E-8F47FB7D888C}"/>
              </a:ext>
            </a:extLst>
          </p:cNvPr>
          <p:cNvSpPr/>
          <p:nvPr/>
        </p:nvSpPr>
        <p:spPr>
          <a:xfrm>
            <a:off x="547549" y="4638381"/>
            <a:ext cx="169508" cy="169508"/>
          </a:xfrm>
          <a:prstGeom prst="ellipse">
            <a:avLst/>
          </a:prstGeom>
          <a:solidFill>
            <a:srgbClr val="E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FA78D060-8B8A-B265-43E3-F37A36EB21D5}"/>
              </a:ext>
            </a:extLst>
          </p:cNvPr>
          <p:cNvGrpSpPr/>
          <p:nvPr/>
        </p:nvGrpSpPr>
        <p:grpSpPr>
          <a:xfrm>
            <a:off x="7916191" y="2655428"/>
            <a:ext cx="3405609" cy="3363640"/>
            <a:chOff x="6877158" y="1088999"/>
            <a:chExt cx="4680000" cy="4680000"/>
          </a:xfrm>
        </p:grpSpPr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A97F1E9F-2BDF-AB3C-EC9A-02032EDC218B}"/>
                </a:ext>
              </a:extLst>
            </p:cNvPr>
            <p:cNvGrpSpPr/>
            <p:nvPr/>
          </p:nvGrpSpPr>
          <p:grpSpPr>
            <a:xfrm>
              <a:off x="6877158" y="1088999"/>
              <a:ext cx="4680000" cy="4680000"/>
              <a:chOff x="5743302" y="441234"/>
              <a:chExt cx="5975532" cy="5975532"/>
            </a:xfrm>
          </p:grpSpPr>
          <p:sp>
            <p:nvSpPr>
              <p:cNvPr id="20" name="Oval 2">
                <a:extLst>
                  <a:ext uri="{FF2B5EF4-FFF2-40B4-BE49-F238E27FC236}">
                    <a16:creationId xmlns:a16="http://schemas.microsoft.com/office/drawing/2014/main" id="{08416BDB-950F-324B-ECEF-B535CED31B4F}"/>
                  </a:ext>
                </a:extLst>
              </p:cNvPr>
              <p:cNvSpPr/>
              <p:nvPr/>
            </p:nvSpPr>
            <p:spPr>
              <a:xfrm>
                <a:off x="5743302" y="441234"/>
                <a:ext cx="5975532" cy="59755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397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22" name="Oval 11">
                <a:extLst>
                  <a:ext uri="{FF2B5EF4-FFF2-40B4-BE49-F238E27FC236}">
                    <a16:creationId xmlns:a16="http://schemas.microsoft.com/office/drawing/2014/main" id="{25076F15-62A7-1C2C-0EC0-D56B78C5B542}"/>
                  </a:ext>
                </a:extLst>
              </p:cNvPr>
              <p:cNvSpPr/>
              <p:nvPr/>
            </p:nvSpPr>
            <p:spPr>
              <a:xfrm>
                <a:off x="5940243" y="638175"/>
                <a:ext cx="5581650" cy="5581650"/>
              </a:xfrm>
              <a:prstGeom prst="ellipse">
                <a:avLst/>
              </a:prstGeom>
              <a:noFill/>
              <a:ln w="28575">
                <a:solidFill>
                  <a:srgbClr val="ED800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B2862F12-FEE1-B9ED-7A64-A57FA73DA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8757" y="1576118"/>
              <a:ext cx="2770199" cy="3270201"/>
            </a:xfrm>
            <a:prstGeom prst="rect">
              <a:avLst/>
            </a:prstGeom>
          </p:spPr>
        </p:pic>
      </p:grpSp>
      <p:sp>
        <p:nvSpPr>
          <p:cNvPr id="12" name="Oval 7">
            <a:extLst>
              <a:ext uri="{FF2B5EF4-FFF2-40B4-BE49-F238E27FC236}">
                <a16:creationId xmlns:a16="http://schemas.microsoft.com/office/drawing/2014/main" id="{81D24265-B16C-87DA-0B57-8F56C0B38147}"/>
              </a:ext>
            </a:extLst>
          </p:cNvPr>
          <p:cNvSpPr/>
          <p:nvPr/>
        </p:nvSpPr>
        <p:spPr>
          <a:xfrm>
            <a:off x="547549" y="3272769"/>
            <a:ext cx="169508" cy="169508"/>
          </a:xfrm>
          <a:prstGeom prst="ellipse">
            <a:avLst/>
          </a:prstGeom>
          <a:solidFill>
            <a:srgbClr val="E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444E8729-4D0F-8763-6F4D-5131DFE90B18}"/>
              </a:ext>
            </a:extLst>
          </p:cNvPr>
          <p:cNvSpPr txBox="1"/>
          <p:nvPr/>
        </p:nvSpPr>
        <p:spPr>
          <a:xfrm>
            <a:off x="445173" y="504396"/>
            <a:ext cx="11518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noProof="0" dirty="0">
                <a:solidFill>
                  <a:srgbClr val="707072"/>
                </a:solidFill>
                <a:latin typeface="Montserrat" pitchFamily="2" charset="0"/>
              </a:rPr>
              <a:t>ONBOARDINGTIPPS</a:t>
            </a:r>
          </a:p>
          <a:p>
            <a:r>
              <a:rPr lang="de-DE" sz="3600" b="1" noProof="0" dirty="0">
                <a:solidFill>
                  <a:srgbClr val="EC8000"/>
                </a:solidFill>
                <a:latin typeface="Montserrat" pitchFamily="2" charset="0"/>
              </a:rPr>
              <a:t>INTUITIV </a:t>
            </a:r>
            <a:r>
              <a:rPr lang="de-DE" sz="3600" noProof="0" dirty="0">
                <a:solidFill>
                  <a:srgbClr val="EC8000"/>
                </a:solidFill>
                <a:latin typeface="Montserrat" pitchFamily="2" charset="0"/>
              </a:rPr>
              <a:t>(UNSICHER UND ÜBERLEGT)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8B87DD0-86F8-D9AB-5B8A-13C83EF6913C}"/>
              </a:ext>
            </a:extLst>
          </p:cNvPr>
          <p:cNvSpPr txBox="1"/>
          <p:nvPr/>
        </p:nvSpPr>
        <p:spPr>
          <a:xfrm>
            <a:off x="805345" y="2322909"/>
            <a:ext cx="6883420" cy="298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Fokus auf Beziehungsaufbau, um Vertrauen zu schaffen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Eingehen auf die individuellen Bedürfnisse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Einsatz von Storytelling zur Vermittlung der Unternehmenskultur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Stärkung des Gemeinschaftsgefühls durch Teamaktivitäten</a:t>
            </a:r>
          </a:p>
        </p:txBody>
      </p:sp>
    </p:spTree>
    <p:extLst>
      <p:ext uri="{BB962C8B-B14F-4D97-AF65-F5344CB8AC3E}">
        <p14:creationId xmlns:p14="http://schemas.microsoft.com/office/powerpoint/2010/main" val="363507354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7995-BF2F-C1CA-2A76-288F2FBF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9">
            <a:extLst>
              <a:ext uri="{FF2B5EF4-FFF2-40B4-BE49-F238E27FC236}">
                <a16:creationId xmlns:a16="http://schemas.microsoft.com/office/drawing/2014/main" id="{9EE05E51-6321-FFE7-E433-79931EDC4662}"/>
              </a:ext>
            </a:extLst>
          </p:cNvPr>
          <p:cNvSpPr/>
          <p:nvPr/>
        </p:nvSpPr>
        <p:spPr>
          <a:xfrm>
            <a:off x="-1" y="2825260"/>
            <a:ext cx="12192000" cy="4038113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0">
                <a:schemeClr val="bg1">
                  <a:lumMod val="85000"/>
                </a:schemeClr>
              </a:gs>
              <a:gs pos="59000">
                <a:srgbClr val="EBEBEB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31" name="Group 11">
            <a:extLst>
              <a:ext uri="{FF2B5EF4-FFF2-40B4-BE49-F238E27FC236}">
                <a16:creationId xmlns:a16="http://schemas.microsoft.com/office/drawing/2014/main" id="{4F8F53AB-DAAB-BCC2-C5E7-528E534BA813}"/>
              </a:ext>
            </a:extLst>
          </p:cNvPr>
          <p:cNvGrpSpPr/>
          <p:nvPr/>
        </p:nvGrpSpPr>
        <p:grpSpPr>
          <a:xfrm rot="2980602">
            <a:off x="5252807" y="-1830216"/>
            <a:ext cx="15651267" cy="5032690"/>
            <a:chOff x="-1052091" y="-1253208"/>
            <a:chExt cx="9331335" cy="3000507"/>
          </a:xfrm>
          <a:solidFill>
            <a:schemeClr val="bg1">
              <a:lumMod val="85000"/>
            </a:schemeClr>
          </a:solidFill>
        </p:grpSpPr>
        <p:sp>
          <p:nvSpPr>
            <p:cNvPr id="32" name="Freeform 172">
              <a:extLst>
                <a:ext uri="{FF2B5EF4-FFF2-40B4-BE49-F238E27FC236}">
                  <a16:creationId xmlns:a16="http://schemas.microsoft.com/office/drawing/2014/main" id="{B3CF811E-320B-F5C7-5D09-0E11F7C8978F}"/>
                </a:ext>
              </a:extLst>
            </p:cNvPr>
            <p:cNvSpPr/>
            <p:nvPr/>
          </p:nvSpPr>
          <p:spPr>
            <a:xfrm>
              <a:off x="-1052091" y="-10083"/>
              <a:ext cx="9318432" cy="1757382"/>
            </a:xfrm>
            <a:custGeom>
              <a:avLst/>
              <a:gdLst>
                <a:gd name="connsiteX0" fmla="*/ 17817 w 20542684"/>
                <a:gd name="connsiteY0" fmla="*/ 3613989 h 3874187"/>
                <a:gd name="connsiteX1" fmla="*/ 4012983 w 20542684"/>
                <a:gd name="connsiteY1" fmla="*/ 3130310 h 3874187"/>
                <a:gd name="connsiteX2" fmla="*/ 8399436 w 20542684"/>
                <a:gd name="connsiteY2" fmla="*/ 3873260 h 3874187"/>
                <a:gd name="connsiteX3" fmla="*/ 10488173 w 20542684"/>
                <a:gd name="connsiteY3" fmla="*/ 3517883 h 3874187"/>
                <a:gd name="connsiteX4" fmla="*/ 12210864 w 20542684"/>
                <a:gd name="connsiteY4" fmla="*/ 2576908 h 3874187"/>
                <a:gd name="connsiteX5" fmla="*/ 13879739 w 20542684"/>
                <a:gd name="connsiteY5" fmla="*/ 1463244 h 3874187"/>
                <a:gd name="connsiteX6" fmla="*/ 15800075 w 20542684"/>
                <a:gd name="connsiteY6" fmla="*/ 553416 h 3874187"/>
                <a:gd name="connsiteX7" fmla="*/ 19967262 w 20542684"/>
                <a:gd name="connsiteY7" fmla="*/ 73928 h 3874187"/>
                <a:gd name="connsiteX8" fmla="*/ 20527714 w 20542684"/>
                <a:gd name="connsiteY8" fmla="*/ 150128 h 3874187"/>
                <a:gd name="connsiteX9" fmla="*/ 20534096 w 20542684"/>
                <a:gd name="connsiteY9" fmla="*/ 127078 h 3874187"/>
                <a:gd name="connsiteX10" fmla="*/ 16371099 w 20542684"/>
                <a:gd name="connsiteY10" fmla="*/ 351963 h 3874187"/>
                <a:gd name="connsiteX11" fmla="*/ 14438000 w 20542684"/>
                <a:gd name="connsiteY11" fmla="*/ 1116439 h 3874187"/>
                <a:gd name="connsiteX12" fmla="*/ 12705688 w 20542684"/>
                <a:gd name="connsiteY12" fmla="*/ 2213243 h 3874187"/>
                <a:gd name="connsiteX13" fmla="*/ 10997094 w 20542684"/>
                <a:gd name="connsiteY13" fmla="*/ 3266137 h 3874187"/>
                <a:gd name="connsiteX14" fmla="*/ 8895879 w 20542684"/>
                <a:gd name="connsiteY14" fmla="*/ 3839256 h 3874187"/>
                <a:gd name="connsiteX15" fmla="*/ 4360264 w 20542684"/>
                <a:gd name="connsiteY15" fmla="*/ 3165934 h 3874187"/>
                <a:gd name="connsiteX16" fmla="*/ 453585 w 20542684"/>
                <a:gd name="connsiteY16" fmla="*/ 3361101 h 3874187"/>
                <a:gd name="connsiteX17" fmla="*/ 5910 w 20542684"/>
                <a:gd name="connsiteY17" fmla="*/ 3593416 h 3874187"/>
                <a:gd name="connsiteX18" fmla="*/ 1625 w 20542684"/>
                <a:gd name="connsiteY18" fmla="*/ 3609704 h 3874187"/>
                <a:gd name="connsiteX19" fmla="*/ 17912 w 20542684"/>
                <a:gd name="connsiteY19" fmla="*/ 3613990 h 387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542684" h="3874187">
                  <a:moveTo>
                    <a:pt x="17817" y="3613989"/>
                  </a:moveTo>
                  <a:cubicBezTo>
                    <a:pt x="1217967" y="2894185"/>
                    <a:pt x="2674244" y="2917141"/>
                    <a:pt x="4012983" y="3130310"/>
                  </a:cubicBezTo>
                  <a:cubicBezTo>
                    <a:pt x="5477356" y="3363577"/>
                    <a:pt x="6905725" y="3847638"/>
                    <a:pt x="8399436" y="3873260"/>
                  </a:cubicBezTo>
                  <a:cubicBezTo>
                    <a:pt x="9113811" y="3885452"/>
                    <a:pt x="9820947" y="3778010"/>
                    <a:pt x="10488173" y="3517883"/>
                  </a:cubicBezTo>
                  <a:cubicBezTo>
                    <a:pt x="11100059" y="3279758"/>
                    <a:pt x="11665177" y="2938667"/>
                    <a:pt x="12210864" y="2576908"/>
                  </a:cubicBezTo>
                  <a:cubicBezTo>
                    <a:pt x="12768267" y="2207528"/>
                    <a:pt x="13309478" y="1813193"/>
                    <a:pt x="13879739" y="1463244"/>
                  </a:cubicBezTo>
                  <a:cubicBezTo>
                    <a:pt x="14484620" y="1090594"/>
                    <a:pt x="15128591" y="785489"/>
                    <a:pt x="15800075" y="553416"/>
                  </a:cubicBezTo>
                  <a:cubicBezTo>
                    <a:pt x="17132718" y="95264"/>
                    <a:pt x="18565278" y="-72281"/>
                    <a:pt x="19967262" y="73928"/>
                  </a:cubicBezTo>
                  <a:cubicBezTo>
                    <a:pt x="20154778" y="93550"/>
                    <a:pt x="20341594" y="118950"/>
                    <a:pt x="20527714" y="150128"/>
                  </a:cubicBezTo>
                  <a:cubicBezTo>
                    <a:pt x="20542762" y="152509"/>
                    <a:pt x="20549144" y="129649"/>
                    <a:pt x="20534096" y="127078"/>
                  </a:cubicBezTo>
                  <a:cubicBezTo>
                    <a:pt x="19150398" y="-100379"/>
                    <a:pt x="17722602" y="-20750"/>
                    <a:pt x="16371099" y="351963"/>
                  </a:cubicBezTo>
                  <a:cubicBezTo>
                    <a:pt x="15701031" y="536277"/>
                    <a:pt x="15052888" y="792596"/>
                    <a:pt x="14438000" y="1116439"/>
                  </a:cubicBezTo>
                  <a:cubicBezTo>
                    <a:pt x="13832591" y="1436003"/>
                    <a:pt x="13269378" y="1826528"/>
                    <a:pt x="12705688" y="2213243"/>
                  </a:cubicBezTo>
                  <a:cubicBezTo>
                    <a:pt x="12153905" y="2591291"/>
                    <a:pt x="11597645" y="2968576"/>
                    <a:pt x="10997094" y="3266137"/>
                  </a:cubicBezTo>
                  <a:cubicBezTo>
                    <a:pt x="10336344" y="3593511"/>
                    <a:pt x="9633590" y="3795155"/>
                    <a:pt x="8895879" y="3839256"/>
                  </a:cubicBezTo>
                  <a:cubicBezTo>
                    <a:pt x="7351972" y="3931649"/>
                    <a:pt x="5861118" y="3441302"/>
                    <a:pt x="4360264" y="3165934"/>
                  </a:cubicBezTo>
                  <a:cubicBezTo>
                    <a:pt x="3077532" y="2930571"/>
                    <a:pt x="1678215" y="2823605"/>
                    <a:pt x="453585" y="3361101"/>
                  </a:cubicBezTo>
                  <a:cubicBezTo>
                    <a:pt x="299615" y="3429030"/>
                    <a:pt x="150092" y="3506623"/>
                    <a:pt x="5910" y="3593416"/>
                  </a:cubicBezTo>
                  <a:cubicBezTo>
                    <a:pt x="229" y="3596730"/>
                    <a:pt x="-1690" y="3604022"/>
                    <a:pt x="1625" y="3609704"/>
                  </a:cubicBezTo>
                  <a:cubicBezTo>
                    <a:pt x="4938" y="3615385"/>
                    <a:pt x="12231" y="3617304"/>
                    <a:pt x="17912" y="3613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3" name="Freeform 173">
              <a:extLst>
                <a:ext uri="{FF2B5EF4-FFF2-40B4-BE49-F238E27FC236}">
                  <a16:creationId xmlns:a16="http://schemas.microsoft.com/office/drawing/2014/main" id="{9853E8DB-E2B0-25AC-378E-7A6DB31E73A3}"/>
                </a:ext>
              </a:extLst>
            </p:cNvPr>
            <p:cNvSpPr/>
            <p:nvPr/>
          </p:nvSpPr>
          <p:spPr>
            <a:xfrm>
              <a:off x="-1049093" y="-163208"/>
              <a:ext cx="9316875" cy="1819901"/>
            </a:xfrm>
            <a:custGeom>
              <a:avLst/>
              <a:gdLst>
                <a:gd name="connsiteX0" fmla="*/ 15018 w 20539253"/>
                <a:gd name="connsiteY0" fmla="*/ 3622467 h 4012011"/>
                <a:gd name="connsiteX1" fmla="*/ 4096195 w 20539253"/>
                <a:gd name="connsiteY1" fmla="*/ 3152599 h 4012011"/>
                <a:gd name="connsiteX2" fmla="*/ 6294089 w 20539253"/>
                <a:gd name="connsiteY2" fmla="*/ 3640565 h 4012011"/>
                <a:gd name="connsiteX3" fmla="*/ 8537416 w 20539253"/>
                <a:gd name="connsiteY3" fmla="*/ 4009468 h 4012011"/>
                <a:gd name="connsiteX4" fmla="*/ 10549763 w 20539253"/>
                <a:gd name="connsiteY4" fmla="*/ 3635802 h 4012011"/>
                <a:gd name="connsiteX5" fmla="*/ 12209875 w 20539253"/>
                <a:gd name="connsiteY5" fmla="*/ 2609198 h 4012011"/>
                <a:gd name="connsiteX6" fmla="*/ 13810837 w 20539253"/>
                <a:gd name="connsiteY6" fmla="*/ 1444957 h 4012011"/>
                <a:gd name="connsiteX7" fmla="*/ 15731458 w 20539253"/>
                <a:gd name="connsiteY7" fmla="*/ 529223 h 4012011"/>
                <a:gd name="connsiteX8" fmla="*/ 19970084 w 20539253"/>
                <a:gd name="connsiteY8" fmla="*/ 81548 h 4012011"/>
                <a:gd name="connsiteX9" fmla="*/ 20525106 w 20539253"/>
                <a:gd name="connsiteY9" fmla="*/ 157748 h 4012011"/>
                <a:gd name="connsiteX10" fmla="*/ 20531106 w 20539253"/>
                <a:gd name="connsiteY10" fmla="*/ 136031 h 4012011"/>
                <a:gd name="connsiteX11" fmla="*/ 16314579 w 20539253"/>
                <a:gd name="connsiteY11" fmla="*/ 329960 h 4012011"/>
                <a:gd name="connsiteX12" fmla="*/ 14353191 w 20539253"/>
                <a:gd name="connsiteY12" fmla="*/ 1100057 h 4012011"/>
                <a:gd name="connsiteX13" fmla="*/ 12686316 w 20539253"/>
                <a:gd name="connsiteY13" fmla="*/ 2222864 h 4012011"/>
                <a:gd name="connsiteX14" fmla="*/ 11049159 w 20539253"/>
                <a:gd name="connsiteY14" fmla="*/ 3358148 h 4012011"/>
                <a:gd name="connsiteX15" fmla="*/ 9042622 w 20539253"/>
                <a:gd name="connsiteY15" fmla="*/ 3979941 h 4012011"/>
                <a:gd name="connsiteX16" fmla="*/ 6695663 w 20539253"/>
                <a:gd name="connsiteY16" fmla="*/ 3713241 h 4012011"/>
                <a:gd name="connsiteX17" fmla="*/ 4459288 w 20539253"/>
                <a:gd name="connsiteY17" fmla="*/ 3195080 h 4012011"/>
                <a:gd name="connsiteX18" fmla="*/ 451644 w 20539253"/>
                <a:gd name="connsiteY18" fmla="*/ 3370721 h 4012011"/>
                <a:gd name="connsiteX19" fmla="*/ 3969 w 20539253"/>
                <a:gd name="connsiteY19" fmla="*/ 3603036 h 4012011"/>
                <a:gd name="connsiteX20" fmla="*/ 2669 w 20539253"/>
                <a:gd name="connsiteY20" fmla="*/ 3618878 h 4012011"/>
                <a:gd name="connsiteX21" fmla="*/ 15304 w 20539253"/>
                <a:gd name="connsiteY21" fmla="*/ 3622086 h 401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9253" h="4012011">
                  <a:moveTo>
                    <a:pt x="15018" y="3622467"/>
                  </a:moveTo>
                  <a:cubicBezTo>
                    <a:pt x="1241076" y="2887137"/>
                    <a:pt x="2732024" y="2926571"/>
                    <a:pt x="4096195" y="3152599"/>
                  </a:cubicBezTo>
                  <a:cubicBezTo>
                    <a:pt x="4837716" y="3275471"/>
                    <a:pt x="5564474" y="3462828"/>
                    <a:pt x="6294089" y="3640565"/>
                  </a:cubicBezTo>
                  <a:cubicBezTo>
                    <a:pt x="7030085" y="3819921"/>
                    <a:pt x="7777417" y="3985560"/>
                    <a:pt x="8537416" y="4009468"/>
                  </a:cubicBezTo>
                  <a:cubicBezTo>
                    <a:pt x="9231027" y="4030994"/>
                    <a:pt x="9913684" y="3916694"/>
                    <a:pt x="10549763" y="3635802"/>
                  </a:cubicBezTo>
                  <a:cubicBezTo>
                    <a:pt x="11146981" y="3371864"/>
                    <a:pt x="11687429" y="2996770"/>
                    <a:pt x="12209875" y="2609198"/>
                  </a:cubicBezTo>
                  <a:cubicBezTo>
                    <a:pt x="12739656" y="2216101"/>
                    <a:pt x="13255339" y="1802144"/>
                    <a:pt x="13810837" y="1444957"/>
                  </a:cubicBezTo>
                  <a:cubicBezTo>
                    <a:pt x="14408817" y="1060433"/>
                    <a:pt x="15058612" y="756490"/>
                    <a:pt x="15731458" y="529223"/>
                  </a:cubicBezTo>
                  <a:cubicBezTo>
                    <a:pt x="17088676" y="71071"/>
                    <a:pt x="18547810" y="-73614"/>
                    <a:pt x="19970084" y="81548"/>
                  </a:cubicBezTo>
                  <a:cubicBezTo>
                    <a:pt x="20155820" y="101805"/>
                    <a:pt x="20340828" y="127205"/>
                    <a:pt x="20525106" y="157748"/>
                  </a:cubicBezTo>
                  <a:cubicBezTo>
                    <a:pt x="20539298" y="160034"/>
                    <a:pt x="20545394" y="138698"/>
                    <a:pt x="20531106" y="136031"/>
                  </a:cubicBezTo>
                  <a:cubicBezTo>
                    <a:pt x="19132360" y="-93331"/>
                    <a:pt x="17685988" y="-35228"/>
                    <a:pt x="16314579" y="329960"/>
                  </a:cubicBezTo>
                  <a:cubicBezTo>
                    <a:pt x="15633268" y="510147"/>
                    <a:pt x="14975095" y="768564"/>
                    <a:pt x="14353191" y="1100057"/>
                  </a:cubicBezTo>
                  <a:cubicBezTo>
                    <a:pt x="13760355" y="1417525"/>
                    <a:pt x="13221049" y="1818051"/>
                    <a:pt x="12686316" y="2222864"/>
                  </a:cubicBezTo>
                  <a:cubicBezTo>
                    <a:pt x="12156726" y="2623295"/>
                    <a:pt x="11627993" y="3030869"/>
                    <a:pt x="11049159" y="3358148"/>
                  </a:cubicBezTo>
                  <a:cubicBezTo>
                    <a:pt x="10427081" y="3710097"/>
                    <a:pt x="9758998" y="3935364"/>
                    <a:pt x="9042622" y="3979941"/>
                  </a:cubicBezTo>
                  <a:cubicBezTo>
                    <a:pt x="8252048" y="4029089"/>
                    <a:pt x="7463568" y="3888977"/>
                    <a:pt x="6695663" y="3713241"/>
                  </a:cubicBezTo>
                  <a:cubicBezTo>
                    <a:pt x="5949570" y="3541791"/>
                    <a:pt x="5211763" y="3337955"/>
                    <a:pt x="4459288" y="3195080"/>
                  </a:cubicBezTo>
                  <a:cubicBezTo>
                    <a:pt x="3146457" y="2945144"/>
                    <a:pt x="1708086" y="2819224"/>
                    <a:pt x="451644" y="3370721"/>
                  </a:cubicBezTo>
                  <a:cubicBezTo>
                    <a:pt x="297673" y="3438651"/>
                    <a:pt x="148151" y="3516244"/>
                    <a:pt x="3969" y="3603036"/>
                  </a:cubicBezTo>
                  <a:cubicBezTo>
                    <a:pt x="-765" y="3607052"/>
                    <a:pt x="-1347" y="3614145"/>
                    <a:pt x="2669" y="3618878"/>
                  </a:cubicBezTo>
                  <a:cubicBezTo>
                    <a:pt x="5766" y="3622530"/>
                    <a:pt x="10838" y="3623818"/>
                    <a:pt x="15304" y="36220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4" name="Freeform 174">
              <a:extLst>
                <a:ext uri="{FF2B5EF4-FFF2-40B4-BE49-F238E27FC236}">
                  <a16:creationId xmlns:a16="http://schemas.microsoft.com/office/drawing/2014/main" id="{D96DBD96-D3ED-8396-0965-11034657438A}"/>
                </a:ext>
              </a:extLst>
            </p:cNvPr>
            <p:cNvSpPr/>
            <p:nvPr/>
          </p:nvSpPr>
          <p:spPr>
            <a:xfrm>
              <a:off x="-1047731" y="-316830"/>
              <a:ext cx="9317282" cy="1885909"/>
            </a:xfrm>
            <a:custGeom>
              <a:avLst/>
              <a:gdLst>
                <a:gd name="connsiteX0" fmla="*/ 15920 w 20540149"/>
                <a:gd name="connsiteY0" fmla="*/ 3632043 h 4157527"/>
                <a:gd name="connsiteX1" fmla="*/ 4199968 w 20540149"/>
                <a:gd name="connsiteY1" fmla="*/ 3179510 h 4157527"/>
                <a:gd name="connsiteX2" fmla="*/ 6407958 w 20540149"/>
                <a:gd name="connsiteY2" fmla="*/ 3712338 h 4157527"/>
                <a:gd name="connsiteX3" fmla="*/ 8663573 w 20540149"/>
                <a:gd name="connsiteY3" fmla="*/ 4153632 h 4157527"/>
                <a:gd name="connsiteX4" fmla="*/ 10611340 w 20540149"/>
                <a:gd name="connsiteY4" fmla="*/ 3749295 h 4157527"/>
                <a:gd name="connsiteX5" fmla="*/ 12173917 w 20540149"/>
                <a:gd name="connsiteY5" fmla="*/ 2670970 h 4157527"/>
                <a:gd name="connsiteX6" fmla="*/ 13728301 w 20540149"/>
                <a:gd name="connsiteY6" fmla="*/ 1442245 h 4157527"/>
                <a:gd name="connsiteX7" fmla="*/ 15625586 w 20540149"/>
                <a:gd name="connsiteY7" fmla="*/ 518987 h 4157527"/>
                <a:gd name="connsiteX8" fmla="*/ 19956890 w 20540149"/>
                <a:gd name="connsiteY8" fmla="*/ 88552 h 4157527"/>
                <a:gd name="connsiteX9" fmla="*/ 20526866 w 20540149"/>
                <a:gd name="connsiteY9" fmla="*/ 167895 h 4157527"/>
                <a:gd name="connsiteX10" fmla="*/ 20532484 w 20540149"/>
                <a:gd name="connsiteY10" fmla="*/ 147512 h 4157527"/>
                <a:gd name="connsiteX11" fmla="*/ 16223375 w 20540149"/>
                <a:gd name="connsiteY11" fmla="*/ 318105 h 4157527"/>
                <a:gd name="connsiteX12" fmla="*/ 14228173 w 20540149"/>
                <a:gd name="connsiteY12" fmla="*/ 1109251 h 4157527"/>
                <a:gd name="connsiteX13" fmla="*/ 12676456 w 20540149"/>
                <a:gd name="connsiteY13" fmla="*/ 2228058 h 4157527"/>
                <a:gd name="connsiteX14" fmla="*/ 11088733 w 20540149"/>
                <a:gd name="connsiteY14" fmla="*/ 3452211 h 4157527"/>
                <a:gd name="connsiteX15" fmla="*/ 9155158 w 20540149"/>
                <a:gd name="connsiteY15" fmla="*/ 4127343 h 4157527"/>
                <a:gd name="connsiteX16" fmla="*/ 6835250 w 20540149"/>
                <a:gd name="connsiteY16" fmla="*/ 3808160 h 4157527"/>
                <a:gd name="connsiteX17" fmla="*/ 4578491 w 20540149"/>
                <a:gd name="connsiteY17" fmla="*/ 3228278 h 4157527"/>
                <a:gd name="connsiteX18" fmla="*/ 468264 w 20540149"/>
                <a:gd name="connsiteY18" fmla="*/ 3374772 h 4157527"/>
                <a:gd name="connsiteX19" fmla="*/ 5254 w 20540149"/>
                <a:gd name="connsiteY19" fmla="*/ 3613755 h 4157527"/>
                <a:gd name="connsiteX20" fmla="*/ 1443 w 20540149"/>
                <a:gd name="connsiteY20" fmla="*/ 3628232 h 4157527"/>
                <a:gd name="connsiteX21" fmla="*/ 15921 w 20540149"/>
                <a:gd name="connsiteY21" fmla="*/ 3632042 h 4157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40149" h="4157527">
                  <a:moveTo>
                    <a:pt x="15920" y="3632043"/>
                  </a:moveTo>
                  <a:cubicBezTo>
                    <a:pt x="1273220" y="2878044"/>
                    <a:pt x="2805412" y="2938146"/>
                    <a:pt x="4199968" y="3179510"/>
                  </a:cubicBezTo>
                  <a:cubicBezTo>
                    <a:pt x="4948728" y="3309050"/>
                    <a:pt x="5677200" y="3506884"/>
                    <a:pt x="6407958" y="3712338"/>
                  </a:cubicBezTo>
                  <a:cubicBezTo>
                    <a:pt x="7144907" y="3919507"/>
                    <a:pt x="7894715" y="4121913"/>
                    <a:pt x="8663573" y="4153632"/>
                  </a:cubicBezTo>
                  <a:cubicBezTo>
                    <a:pt x="9342325" y="4182207"/>
                    <a:pt x="10003264" y="4054191"/>
                    <a:pt x="10611340" y="3749295"/>
                  </a:cubicBezTo>
                  <a:cubicBezTo>
                    <a:pt x="11178935" y="3464784"/>
                    <a:pt x="11684808" y="3071496"/>
                    <a:pt x="12173917" y="2670970"/>
                  </a:cubicBezTo>
                  <a:cubicBezTo>
                    <a:pt x="12684933" y="2252918"/>
                    <a:pt x="13182043" y="1814387"/>
                    <a:pt x="13728301" y="1442245"/>
                  </a:cubicBezTo>
                  <a:cubicBezTo>
                    <a:pt x="14310469" y="1045148"/>
                    <a:pt x="14958741" y="743777"/>
                    <a:pt x="15625586" y="518987"/>
                  </a:cubicBezTo>
                  <a:cubicBezTo>
                    <a:pt x="17012616" y="51214"/>
                    <a:pt x="18505852" y="-74230"/>
                    <a:pt x="19956890" y="88552"/>
                  </a:cubicBezTo>
                  <a:cubicBezTo>
                    <a:pt x="20147390" y="110015"/>
                    <a:pt x="20337382" y="136463"/>
                    <a:pt x="20526866" y="167895"/>
                  </a:cubicBezTo>
                  <a:cubicBezTo>
                    <a:pt x="20540200" y="170086"/>
                    <a:pt x="20545916" y="149703"/>
                    <a:pt x="20532484" y="147512"/>
                  </a:cubicBezTo>
                  <a:cubicBezTo>
                    <a:pt x="19104784" y="-88041"/>
                    <a:pt x="17625836" y="-48798"/>
                    <a:pt x="16223375" y="318105"/>
                  </a:cubicBezTo>
                  <a:cubicBezTo>
                    <a:pt x="15529574" y="499651"/>
                    <a:pt x="14856157" y="762160"/>
                    <a:pt x="14228173" y="1109251"/>
                  </a:cubicBezTo>
                  <a:cubicBezTo>
                    <a:pt x="13667913" y="1419004"/>
                    <a:pt x="13168041" y="1821054"/>
                    <a:pt x="12676456" y="2228058"/>
                  </a:cubicBezTo>
                  <a:cubicBezTo>
                    <a:pt x="12162106" y="2653920"/>
                    <a:pt x="11653185" y="3092547"/>
                    <a:pt x="11088733" y="3452211"/>
                  </a:cubicBezTo>
                  <a:cubicBezTo>
                    <a:pt x="10498183" y="3828258"/>
                    <a:pt x="9858675" y="4080289"/>
                    <a:pt x="9155158" y="4127343"/>
                  </a:cubicBezTo>
                  <a:cubicBezTo>
                    <a:pt x="8369727" y="4179826"/>
                    <a:pt x="7589439" y="4009804"/>
                    <a:pt x="6835250" y="3808160"/>
                  </a:cubicBezTo>
                  <a:cubicBezTo>
                    <a:pt x="6084108" y="3607659"/>
                    <a:pt x="5342491" y="3379059"/>
                    <a:pt x="4578491" y="3228278"/>
                  </a:cubicBezTo>
                  <a:cubicBezTo>
                    <a:pt x="3235466" y="2963674"/>
                    <a:pt x="1759091" y="2814798"/>
                    <a:pt x="468264" y="3374772"/>
                  </a:cubicBezTo>
                  <a:cubicBezTo>
                    <a:pt x="308876" y="3444240"/>
                    <a:pt x="154207" y="3524072"/>
                    <a:pt x="5254" y="3613755"/>
                  </a:cubicBezTo>
                  <a:cubicBezTo>
                    <a:pt x="204" y="3616700"/>
                    <a:pt x="-1502" y="3623182"/>
                    <a:pt x="1443" y="3628232"/>
                  </a:cubicBezTo>
                  <a:cubicBezTo>
                    <a:pt x="4390" y="3633282"/>
                    <a:pt x="10871" y="3634988"/>
                    <a:pt x="15921" y="36320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5" name="Freeform 175">
              <a:extLst>
                <a:ext uri="{FF2B5EF4-FFF2-40B4-BE49-F238E27FC236}">
                  <a16:creationId xmlns:a16="http://schemas.microsoft.com/office/drawing/2014/main" id="{539A7614-D620-6D58-D9BD-9F07BB207D48}"/>
                </a:ext>
              </a:extLst>
            </p:cNvPr>
            <p:cNvSpPr/>
            <p:nvPr/>
          </p:nvSpPr>
          <p:spPr>
            <a:xfrm>
              <a:off x="-1045650" y="-470934"/>
              <a:ext cx="9316796" cy="1954225"/>
            </a:xfrm>
            <a:custGeom>
              <a:avLst/>
              <a:gdLst>
                <a:gd name="connsiteX0" fmla="*/ 15428 w 20539078"/>
                <a:gd name="connsiteY0" fmla="*/ 3642584 h 4308131"/>
                <a:gd name="connsiteX1" fmla="*/ 4319109 w 20539078"/>
                <a:gd name="connsiteY1" fmla="*/ 3211102 h 4308131"/>
                <a:gd name="connsiteX2" fmla="*/ 6538434 w 20539078"/>
                <a:gd name="connsiteY2" fmla="*/ 3800128 h 4308131"/>
                <a:gd name="connsiteX3" fmla="*/ 8753377 w 20539078"/>
                <a:gd name="connsiteY3" fmla="*/ 4302857 h 4308131"/>
                <a:gd name="connsiteX4" fmla="*/ 10635803 w 20539078"/>
                <a:gd name="connsiteY4" fmla="*/ 3875661 h 4308131"/>
                <a:gd name="connsiteX5" fmla="*/ 12148659 w 20539078"/>
                <a:gd name="connsiteY5" fmla="*/ 2726184 h 4308131"/>
                <a:gd name="connsiteX6" fmla="*/ 13640940 w 20539078"/>
                <a:gd name="connsiteY6" fmla="*/ 1447071 h 4308131"/>
                <a:gd name="connsiteX7" fmla="*/ 15519175 w 20539078"/>
                <a:gd name="connsiteY7" fmla="*/ 507906 h 4308131"/>
                <a:gd name="connsiteX8" fmla="*/ 19941348 w 20539078"/>
                <a:gd name="connsiteY8" fmla="*/ 96141 h 4308131"/>
                <a:gd name="connsiteX9" fmla="*/ 20526658 w 20539078"/>
                <a:gd name="connsiteY9" fmla="*/ 178437 h 4308131"/>
                <a:gd name="connsiteX10" fmla="*/ 20531898 w 20539078"/>
                <a:gd name="connsiteY10" fmla="*/ 159387 h 4308131"/>
                <a:gd name="connsiteX11" fmla="*/ 16131347 w 20539078"/>
                <a:gd name="connsiteY11" fmla="*/ 305786 h 4308131"/>
                <a:gd name="connsiteX12" fmla="*/ 14094997 w 20539078"/>
                <a:gd name="connsiteY12" fmla="*/ 1125603 h 4308131"/>
                <a:gd name="connsiteX13" fmla="*/ 12620718 w 20539078"/>
                <a:gd name="connsiteY13" fmla="*/ 2273841 h 4308131"/>
                <a:gd name="connsiteX14" fmla="*/ 9264203 w 20539078"/>
                <a:gd name="connsiteY14" fmla="*/ 4277711 h 4308131"/>
                <a:gd name="connsiteX15" fmla="*/ 6951152 w 20539078"/>
                <a:gd name="connsiteY15" fmla="*/ 3909855 h 4308131"/>
                <a:gd name="connsiteX16" fmla="*/ 4678773 w 20539078"/>
                <a:gd name="connsiteY16" fmla="*/ 3260250 h 4308131"/>
                <a:gd name="connsiteX17" fmla="*/ 483391 w 20539078"/>
                <a:gd name="connsiteY17" fmla="*/ 3379980 h 4308131"/>
                <a:gd name="connsiteX18" fmla="*/ 5046 w 20539078"/>
                <a:gd name="connsiteY18" fmla="*/ 3625534 h 4308131"/>
                <a:gd name="connsiteX19" fmla="*/ 1236 w 20539078"/>
                <a:gd name="connsiteY19" fmla="*/ 3638869 h 4308131"/>
                <a:gd name="connsiteX20" fmla="*/ 14571 w 20539078"/>
                <a:gd name="connsiteY20" fmla="*/ 3642679 h 430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539078" h="4308131">
                  <a:moveTo>
                    <a:pt x="15428" y="3642584"/>
                  </a:moveTo>
                  <a:cubicBezTo>
                    <a:pt x="1308733" y="2866963"/>
                    <a:pt x="2889597" y="2952021"/>
                    <a:pt x="4319109" y="3211102"/>
                  </a:cubicBezTo>
                  <a:cubicBezTo>
                    <a:pt x="5077490" y="3348547"/>
                    <a:pt x="5805676" y="3564765"/>
                    <a:pt x="6538434" y="3800128"/>
                  </a:cubicBezTo>
                  <a:cubicBezTo>
                    <a:pt x="7258238" y="4031299"/>
                    <a:pt x="7993282" y="4262662"/>
                    <a:pt x="8753377" y="4302857"/>
                  </a:cubicBezTo>
                  <a:cubicBezTo>
                    <a:pt x="9416603" y="4337909"/>
                    <a:pt x="10055349" y="4198558"/>
                    <a:pt x="10635803" y="3875661"/>
                  </a:cubicBezTo>
                  <a:cubicBezTo>
                    <a:pt x="11191015" y="3567146"/>
                    <a:pt x="11677552" y="3147951"/>
                    <a:pt x="12148659" y="2726184"/>
                  </a:cubicBezTo>
                  <a:cubicBezTo>
                    <a:pt x="12636434" y="2289462"/>
                    <a:pt x="13110684" y="1833405"/>
                    <a:pt x="13640940" y="1447071"/>
                  </a:cubicBezTo>
                  <a:cubicBezTo>
                    <a:pt x="14208154" y="1033591"/>
                    <a:pt x="14855759" y="731934"/>
                    <a:pt x="15519175" y="507906"/>
                  </a:cubicBezTo>
                  <a:cubicBezTo>
                    <a:pt x="16934590" y="29942"/>
                    <a:pt x="18462400" y="-74357"/>
                    <a:pt x="19941348" y="96141"/>
                  </a:cubicBezTo>
                  <a:cubicBezTo>
                    <a:pt x="20137372" y="118334"/>
                    <a:pt x="20332252" y="146909"/>
                    <a:pt x="20526658" y="178437"/>
                  </a:cubicBezTo>
                  <a:cubicBezTo>
                    <a:pt x="20539136" y="180532"/>
                    <a:pt x="20544470" y="161387"/>
                    <a:pt x="20531898" y="159387"/>
                  </a:cubicBezTo>
                  <a:cubicBezTo>
                    <a:pt x="19075810" y="-80739"/>
                    <a:pt x="17564382" y="-63213"/>
                    <a:pt x="16131347" y="305786"/>
                  </a:cubicBezTo>
                  <a:cubicBezTo>
                    <a:pt x="15421639" y="488475"/>
                    <a:pt x="14729934" y="757938"/>
                    <a:pt x="14094997" y="1125603"/>
                  </a:cubicBezTo>
                  <a:cubicBezTo>
                    <a:pt x="13554739" y="1438404"/>
                    <a:pt x="13082490" y="1857694"/>
                    <a:pt x="12620718" y="2273841"/>
                  </a:cubicBezTo>
                  <a:cubicBezTo>
                    <a:pt x="11650692" y="3147284"/>
                    <a:pt x="10638756" y="4169888"/>
                    <a:pt x="9264203" y="4277711"/>
                  </a:cubicBezTo>
                  <a:cubicBezTo>
                    <a:pt x="8476866" y="4339528"/>
                    <a:pt x="7697341" y="4139503"/>
                    <a:pt x="6951152" y="3909855"/>
                  </a:cubicBezTo>
                  <a:cubicBezTo>
                    <a:pt x="6196486" y="3677636"/>
                    <a:pt x="5454203" y="3417508"/>
                    <a:pt x="4678773" y="3260250"/>
                  </a:cubicBezTo>
                  <a:cubicBezTo>
                    <a:pt x="3311554" y="2983073"/>
                    <a:pt x="1802794" y="2813814"/>
                    <a:pt x="483391" y="3379980"/>
                  </a:cubicBezTo>
                  <a:cubicBezTo>
                    <a:pt x="318608" y="3450995"/>
                    <a:pt x="158798" y="3533032"/>
                    <a:pt x="5046" y="3625534"/>
                  </a:cubicBezTo>
                  <a:cubicBezTo>
                    <a:pt x="311" y="3628165"/>
                    <a:pt x="-1394" y="3634135"/>
                    <a:pt x="1236" y="3638869"/>
                  </a:cubicBezTo>
                  <a:cubicBezTo>
                    <a:pt x="3866" y="3643604"/>
                    <a:pt x="9836" y="3645309"/>
                    <a:pt x="14571" y="36426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6" name="Freeform 176">
              <a:extLst>
                <a:ext uri="{FF2B5EF4-FFF2-40B4-BE49-F238E27FC236}">
                  <a16:creationId xmlns:a16="http://schemas.microsoft.com/office/drawing/2014/main" id="{EC194A9E-B10B-F50B-2816-1B65FD1369F1}"/>
                </a:ext>
              </a:extLst>
            </p:cNvPr>
            <p:cNvSpPr/>
            <p:nvPr/>
          </p:nvSpPr>
          <p:spPr>
            <a:xfrm>
              <a:off x="-1042449" y="-625723"/>
              <a:ext cx="9315206" cy="2024804"/>
            </a:xfrm>
            <a:custGeom>
              <a:avLst/>
              <a:gdLst>
                <a:gd name="connsiteX0" fmla="*/ 11991 w 20535573"/>
                <a:gd name="connsiteY0" fmla="*/ 3654826 h 4463725"/>
                <a:gd name="connsiteX1" fmla="*/ 4434829 w 20535573"/>
                <a:gd name="connsiteY1" fmla="*/ 3245251 h 4463725"/>
                <a:gd name="connsiteX2" fmla="*/ 5549254 w 20535573"/>
                <a:gd name="connsiteY2" fmla="*/ 3511951 h 4463725"/>
                <a:gd name="connsiteX3" fmla="*/ 6666823 w 20535573"/>
                <a:gd name="connsiteY3" fmla="*/ 3901429 h 4463725"/>
                <a:gd name="connsiteX4" fmla="*/ 8846904 w 20535573"/>
                <a:gd name="connsiteY4" fmla="*/ 4458546 h 4463725"/>
                <a:gd name="connsiteX5" fmla="*/ 10656654 w 20535573"/>
                <a:gd name="connsiteY5" fmla="*/ 4000679 h 4463725"/>
                <a:gd name="connsiteX6" fmla="*/ 12099501 w 20535573"/>
                <a:gd name="connsiteY6" fmla="*/ 2805101 h 4463725"/>
                <a:gd name="connsiteX7" fmla="*/ 13512440 w 20535573"/>
                <a:gd name="connsiteY7" fmla="*/ 1490651 h 4463725"/>
                <a:gd name="connsiteX8" fmla="*/ 15379340 w 20535573"/>
                <a:gd name="connsiteY8" fmla="*/ 509005 h 4463725"/>
                <a:gd name="connsiteX9" fmla="*/ 19941528 w 20535573"/>
                <a:gd name="connsiteY9" fmla="*/ 107145 h 4463725"/>
                <a:gd name="connsiteX10" fmla="*/ 20523888 w 20535573"/>
                <a:gd name="connsiteY10" fmla="*/ 190584 h 4463725"/>
                <a:gd name="connsiteX11" fmla="*/ 20528840 w 20535573"/>
                <a:gd name="connsiteY11" fmla="*/ 172677 h 4463725"/>
                <a:gd name="connsiteX12" fmla="*/ 16003037 w 20535573"/>
                <a:gd name="connsiteY12" fmla="*/ 302026 h 4463725"/>
                <a:gd name="connsiteX13" fmla="*/ 13975164 w 20535573"/>
                <a:gd name="connsiteY13" fmla="*/ 1137750 h 4463725"/>
                <a:gd name="connsiteX14" fmla="*/ 12549748 w 20535573"/>
                <a:gd name="connsiteY14" fmla="*/ 2338472 h 4463725"/>
                <a:gd name="connsiteX15" fmla="*/ 9335632 w 20535573"/>
                <a:gd name="connsiteY15" fmla="*/ 4433400 h 4463725"/>
                <a:gd name="connsiteX16" fmla="*/ 7078207 w 20535573"/>
                <a:gd name="connsiteY16" fmla="*/ 4028492 h 4463725"/>
                <a:gd name="connsiteX17" fmla="*/ 4826974 w 20535573"/>
                <a:gd name="connsiteY17" fmla="*/ 3304592 h 4463725"/>
                <a:gd name="connsiteX18" fmla="*/ 496813 w 20535573"/>
                <a:gd name="connsiteY18" fmla="*/ 3386507 h 4463725"/>
                <a:gd name="connsiteX19" fmla="*/ 3038 w 20535573"/>
                <a:gd name="connsiteY19" fmla="*/ 3638634 h 4463725"/>
                <a:gd name="connsiteX20" fmla="*/ 2551 w 20535573"/>
                <a:gd name="connsiteY20" fmla="*/ 3652096 h 4463725"/>
                <a:gd name="connsiteX21" fmla="*/ 12563 w 20535573"/>
                <a:gd name="connsiteY21" fmla="*/ 3654636 h 446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35573" h="4463725">
                  <a:moveTo>
                    <a:pt x="11991" y="3654826"/>
                  </a:moveTo>
                  <a:cubicBezTo>
                    <a:pt x="1341205" y="2857584"/>
                    <a:pt x="2970742" y="2969026"/>
                    <a:pt x="4434829" y="3245251"/>
                  </a:cubicBezTo>
                  <a:cubicBezTo>
                    <a:pt x="4811067" y="3316308"/>
                    <a:pt x="5183494" y="3398509"/>
                    <a:pt x="5549254" y="3511951"/>
                  </a:cubicBezTo>
                  <a:cubicBezTo>
                    <a:pt x="5926158" y="3628823"/>
                    <a:pt x="6296014" y="3766745"/>
                    <a:pt x="6666823" y="3901429"/>
                  </a:cubicBezTo>
                  <a:cubicBezTo>
                    <a:pt x="7370244" y="4157175"/>
                    <a:pt x="8093096" y="4415779"/>
                    <a:pt x="8846904" y="4458546"/>
                  </a:cubicBezTo>
                  <a:cubicBezTo>
                    <a:pt x="9494604" y="4495027"/>
                    <a:pt x="10105062" y="4338436"/>
                    <a:pt x="10656654" y="4000679"/>
                  </a:cubicBezTo>
                  <a:cubicBezTo>
                    <a:pt x="11190721" y="3673591"/>
                    <a:pt x="11652303" y="3239346"/>
                    <a:pt x="12099501" y="2805101"/>
                  </a:cubicBezTo>
                  <a:cubicBezTo>
                    <a:pt x="12560702" y="2357426"/>
                    <a:pt x="13008663" y="1891177"/>
                    <a:pt x="13512440" y="1490651"/>
                  </a:cubicBezTo>
                  <a:cubicBezTo>
                    <a:pt x="14066604" y="1049739"/>
                    <a:pt x="14711352" y="738652"/>
                    <a:pt x="15379340" y="509005"/>
                  </a:cubicBezTo>
                  <a:cubicBezTo>
                    <a:pt x="16837142" y="6942"/>
                    <a:pt x="18418482" y="-75259"/>
                    <a:pt x="19941528" y="107145"/>
                  </a:cubicBezTo>
                  <a:cubicBezTo>
                    <a:pt x="20136284" y="130449"/>
                    <a:pt x="20330404" y="158262"/>
                    <a:pt x="20523888" y="190584"/>
                  </a:cubicBezTo>
                  <a:cubicBezTo>
                    <a:pt x="20535604" y="192489"/>
                    <a:pt x="20540652" y="174677"/>
                    <a:pt x="20528840" y="172677"/>
                  </a:cubicBezTo>
                  <a:cubicBezTo>
                    <a:pt x="19033320" y="-73830"/>
                    <a:pt x="17477222" y="-78116"/>
                    <a:pt x="16003037" y="302026"/>
                  </a:cubicBezTo>
                  <a:cubicBezTo>
                    <a:pt x="15298187" y="483954"/>
                    <a:pt x="14595337" y="751892"/>
                    <a:pt x="13975164" y="1137750"/>
                  </a:cubicBezTo>
                  <a:cubicBezTo>
                    <a:pt x="13446622" y="1466553"/>
                    <a:pt x="12993042" y="1905655"/>
                    <a:pt x="12549748" y="2338472"/>
                  </a:cubicBezTo>
                  <a:cubicBezTo>
                    <a:pt x="11644873" y="3221820"/>
                    <a:pt x="10676943" y="4315576"/>
                    <a:pt x="9335632" y="4433400"/>
                  </a:cubicBezTo>
                  <a:cubicBezTo>
                    <a:pt x="8562583" y="4501218"/>
                    <a:pt x="7800012" y="4279667"/>
                    <a:pt x="7078207" y="4028492"/>
                  </a:cubicBezTo>
                  <a:cubicBezTo>
                    <a:pt x="6332876" y="3769222"/>
                    <a:pt x="5601832" y="3467946"/>
                    <a:pt x="4826974" y="3304592"/>
                  </a:cubicBezTo>
                  <a:cubicBezTo>
                    <a:pt x="3420417" y="3008365"/>
                    <a:pt x="1860793" y="2807959"/>
                    <a:pt x="496813" y="3386507"/>
                  </a:cubicBezTo>
                  <a:cubicBezTo>
                    <a:pt x="326580" y="3459009"/>
                    <a:pt x="161590" y="3543254"/>
                    <a:pt x="3038" y="3638634"/>
                  </a:cubicBezTo>
                  <a:cubicBezTo>
                    <a:pt x="-814" y="3642217"/>
                    <a:pt x="-1032" y="3648244"/>
                    <a:pt x="2551" y="3652096"/>
                  </a:cubicBezTo>
                  <a:cubicBezTo>
                    <a:pt x="5099" y="3654836"/>
                    <a:pt x="9016" y="3655830"/>
                    <a:pt x="12563" y="36546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7" name="Freeform 177">
              <a:extLst>
                <a:ext uri="{FF2B5EF4-FFF2-40B4-BE49-F238E27FC236}">
                  <a16:creationId xmlns:a16="http://schemas.microsoft.com/office/drawing/2014/main" id="{BC4BADA4-80AE-9AB2-980A-847B07D89F71}"/>
                </a:ext>
              </a:extLst>
            </p:cNvPr>
            <p:cNvSpPr/>
            <p:nvPr/>
          </p:nvSpPr>
          <p:spPr>
            <a:xfrm>
              <a:off x="-1041149" y="-781291"/>
              <a:ext cx="9315502" cy="2097015"/>
            </a:xfrm>
            <a:custGeom>
              <a:avLst/>
              <a:gdLst>
                <a:gd name="connsiteX0" fmla="*/ 12937 w 20536226"/>
                <a:gd name="connsiteY0" fmla="*/ 3668690 h 4622915"/>
                <a:gd name="connsiteX1" fmla="*/ 4571506 w 20536226"/>
                <a:gd name="connsiteY1" fmla="*/ 3285118 h 4622915"/>
                <a:gd name="connsiteX2" fmla="*/ 5686979 w 20536226"/>
                <a:gd name="connsiteY2" fmla="*/ 3579631 h 4622915"/>
                <a:gd name="connsiteX3" fmla="*/ 6771686 w 20536226"/>
                <a:gd name="connsiteY3" fmla="*/ 4004732 h 4622915"/>
                <a:gd name="connsiteX4" fmla="*/ 8919573 w 20536226"/>
                <a:gd name="connsiteY4" fmla="*/ 4617666 h 4622915"/>
                <a:gd name="connsiteX5" fmla="*/ 10658457 w 20536226"/>
                <a:gd name="connsiteY5" fmla="*/ 4138367 h 4622915"/>
                <a:gd name="connsiteX6" fmla="*/ 12058061 w 20536226"/>
                <a:gd name="connsiteY6" fmla="*/ 2886116 h 4622915"/>
                <a:gd name="connsiteX7" fmla="*/ 13427565 w 20536226"/>
                <a:gd name="connsiteY7" fmla="*/ 1512515 h 4622915"/>
                <a:gd name="connsiteX8" fmla="*/ 15259794 w 20536226"/>
                <a:gd name="connsiteY8" fmla="*/ 504389 h 4622915"/>
                <a:gd name="connsiteX9" fmla="*/ 19911042 w 20536226"/>
                <a:gd name="connsiteY9" fmla="*/ 115674 h 4622915"/>
                <a:gd name="connsiteX10" fmla="*/ 20525404 w 20536226"/>
                <a:gd name="connsiteY10" fmla="*/ 204352 h 4622915"/>
                <a:gd name="connsiteX11" fmla="*/ 20529976 w 20536226"/>
                <a:gd name="connsiteY11" fmla="*/ 187778 h 4622915"/>
                <a:gd name="connsiteX12" fmla="*/ 15896731 w 20536226"/>
                <a:gd name="connsiteY12" fmla="*/ 294077 h 4622915"/>
                <a:gd name="connsiteX13" fmla="*/ 13871907 w 20536226"/>
                <a:gd name="connsiteY13" fmla="*/ 1149232 h 4622915"/>
                <a:gd name="connsiteX14" fmla="*/ 12502307 w 20536226"/>
                <a:gd name="connsiteY14" fmla="*/ 2392340 h 4622915"/>
                <a:gd name="connsiteX15" fmla="*/ 11101465 w 20536226"/>
                <a:gd name="connsiteY15" fmla="*/ 3782990 h 4622915"/>
                <a:gd name="connsiteX16" fmla="*/ 9403539 w 20536226"/>
                <a:gd name="connsiteY16" fmla="*/ 4591567 h 4622915"/>
                <a:gd name="connsiteX17" fmla="*/ 7180023 w 20536226"/>
                <a:gd name="connsiteY17" fmla="*/ 4149607 h 4622915"/>
                <a:gd name="connsiteX18" fmla="*/ 4976128 w 20536226"/>
                <a:gd name="connsiteY18" fmla="*/ 3351983 h 4622915"/>
                <a:gd name="connsiteX19" fmla="*/ 513379 w 20536226"/>
                <a:gd name="connsiteY19" fmla="*/ 3395227 h 4622915"/>
                <a:gd name="connsiteX20" fmla="*/ 4269 w 20536226"/>
                <a:gd name="connsiteY20" fmla="*/ 3653831 h 4622915"/>
                <a:gd name="connsiteX21" fmla="*/ 1173 w 20536226"/>
                <a:gd name="connsiteY21" fmla="*/ 3665594 h 4622915"/>
                <a:gd name="connsiteX22" fmla="*/ 12937 w 20536226"/>
                <a:gd name="connsiteY22" fmla="*/ 3668690 h 462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536226" h="4622915">
                  <a:moveTo>
                    <a:pt x="12937" y="3668690"/>
                  </a:moveTo>
                  <a:cubicBezTo>
                    <a:pt x="1383393" y="2846777"/>
                    <a:pt x="3068175" y="2988890"/>
                    <a:pt x="4571506" y="3285118"/>
                  </a:cubicBezTo>
                  <a:cubicBezTo>
                    <a:pt x="4950792" y="3359889"/>
                    <a:pt x="5321695" y="3451805"/>
                    <a:pt x="5686979" y="3579631"/>
                  </a:cubicBezTo>
                  <a:cubicBezTo>
                    <a:pt x="6052263" y="3707456"/>
                    <a:pt x="6412117" y="3858142"/>
                    <a:pt x="6771686" y="4004732"/>
                  </a:cubicBezTo>
                  <a:cubicBezTo>
                    <a:pt x="7459010" y="4284957"/>
                    <a:pt x="8170432" y="4571850"/>
                    <a:pt x="8919573" y="4617666"/>
                  </a:cubicBezTo>
                  <a:cubicBezTo>
                    <a:pt x="9550319" y="4655766"/>
                    <a:pt x="10134773" y="4485554"/>
                    <a:pt x="10658457" y="4138367"/>
                  </a:cubicBezTo>
                  <a:cubicBezTo>
                    <a:pt x="11182142" y="3791181"/>
                    <a:pt x="11626674" y="3337791"/>
                    <a:pt x="12058061" y="2886116"/>
                  </a:cubicBezTo>
                  <a:cubicBezTo>
                    <a:pt x="12504212" y="2419391"/>
                    <a:pt x="12936456" y="1933616"/>
                    <a:pt x="13427565" y="1512515"/>
                  </a:cubicBezTo>
                  <a:cubicBezTo>
                    <a:pt x="13963918" y="1052363"/>
                    <a:pt x="14594759" y="736609"/>
                    <a:pt x="15259794" y="504389"/>
                  </a:cubicBezTo>
                  <a:cubicBezTo>
                    <a:pt x="16744361" y="-14057"/>
                    <a:pt x="18361040" y="-73302"/>
                    <a:pt x="19911042" y="115674"/>
                  </a:cubicBezTo>
                  <a:cubicBezTo>
                    <a:pt x="20116464" y="140756"/>
                    <a:pt x="20321252" y="170316"/>
                    <a:pt x="20525404" y="204352"/>
                  </a:cubicBezTo>
                  <a:cubicBezTo>
                    <a:pt x="20536264" y="206161"/>
                    <a:pt x="20540930" y="189588"/>
                    <a:pt x="20529976" y="187778"/>
                  </a:cubicBezTo>
                  <a:cubicBezTo>
                    <a:pt x="19001214" y="-64253"/>
                    <a:pt x="17405872" y="-94067"/>
                    <a:pt x="15896731" y="294077"/>
                  </a:cubicBezTo>
                  <a:cubicBezTo>
                    <a:pt x="15193786" y="475052"/>
                    <a:pt x="14477506" y="742514"/>
                    <a:pt x="13871907" y="1149232"/>
                  </a:cubicBezTo>
                  <a:cubicBezTo>
                    <a:pt x="13359557" y="1493561"/>
                    <a:pt x="12925693" y="1946950"/>
                    <a:pt x="12502307" y="2392340"/>
                  </a:cubicBezTo>
                  <a:cubicBezTo>
                    <a:pt x="12049298" y="2868590"/>
                    <a:pt x="11606957" y="3360270"/>
                    <a:pt x="11101465" y="3782990"/>
                  </a:cubicBezTo>
                  <a:cubicBezTo>
                    <a:pt x="10608832" y="4195517"/>
                    <a:pt x="10054191" y="4525940"/>
                    <a:pt x="9403539" y="4591567"/>
                  </a:cubicBezTo>
                  <a:cubicBezTo>
                    <a:pt x="8637633" y="4669291"/>
                    <a:pt x="7884301" y="4423927"/>
                    <a:pt x="7180023" y="4149607"/>
                  </a:cubicBezTo>
                  <a:cubicBezTo>
                    <a:pt x="6453170" y="3866714"/>
                    <a:pt x="5740033" y="3526672"/>
                    <a:pt x="4976128" y="3351983"/>
                  </a:cubicBezTo>
                  <a:cubicBezTo>
                    <a:pt x="3540711" y="3023942"/>
                    <a:pt x="1911841" y="2809058"/>
                    <a:pt x="513379" y="3395227"/>
                  </a:cubicBezTo>
                  <a:cubicBezTo>
                    <a:pt x="337702" y="3469126"/>
                    <a:pt x="167560" y="3555549"/>
                    <a:pt x="4269" y="3653831"/>
                  </a:cubicBezTo>
                  <a:cubicBezTo>
                    <a:pt x="165" y="3656224"/>
                    <a:pt x="-1221" y="3661491"/>
                    <a:pt x="1173" y="3665594"/>
                  </a:cubicBezTo>
                  <a:cubicBezTo>
                    <a:pt x="3567" y="3669697"/>
                    <a:pt x="8833" y="3671083"/>
                    <a:pt x="12937" y="36686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8" name="Freeform 178">
              <a:extLst>
                <a:ext uri="{FF2B5EF4-FFF2-40B4-BE49-F238E27FC236}">
                  <a16:creationId xmlns:a16="http://schemas.microsoft.com/office/drawing/2014/main" id="{07DCFADD-5013-2DD3-D548-253347096785}"/>
                </a:ext>
              </a:extLst>
            </p:cNvPr>
            <p:cNvSpPr/>
            <p:nvPr/>
          </p:nvSpPr>
          <p:spPr>
            <a:xfrm>
              <a:off x="-1038754" y="-937733"/>
              <a:ext cx="9314703" cy="2170858"/>
            </a:xfrm>
            <a:custGeom>
              <a:avLst/>
              <a:gdLst>
                <a:gd name="connsiteX0" fmla="*/ 11466 w 20534463"/>
                <a:gd name="connsiteY0" fmla="*/ 3684481 h 4785702"/>
                <a:gd name="connsiteX1" fmla="*/ 4705005 w 20534463"/>
                <a:gd name="connsiteY1" fmla="*/ 3327866 h 4785702"/>
                <a:gd name="connsiteX2" fmla="*/ 6896516 w 20534463"/>
                <a:gd name="connsiteY2" fmla="*/ 4130252 h 4785702"/>
                <a:gd name="connsiteX3" fmla="*/ 8972109 w 20534463"/>
                <a:gd name="connsiteY3" fmla="*/ 4780238 h 4785702"/>
                <a:gd name="connsiteX4" fmla="*/ 10662130 w 20534463"/>
                <a:gd name="connsiteY4" fmla="*/ 4273222 h 4785702"/>
                <a:gd name="connsiteX5" fmla="*/ 12016775 w 20534463"/>
                <a:gd name="connsiteY5" fmla="*/ 2970011 h 4785702"/>
                <a:gd name="connsiteX6" fmla="*/ 13341512 w 20534463"/>
                <a:gd name="connsiteY6" fmla="*/ 1542690 h 4785702"/>
                <a:gd name="connsiteX7" fmla="*/ 14031598 w 20534463"/>
                <a:gd name="connsiteY7" fmla="*/ 1011671 h 4785702"/>
                <a:gd name="connsiteX8" fmla="*/ 15123259 w 20534463"/>
                <a:gd name="connsiteY8" fmla="*/ 506846 h 4785702"/>
                <a:gd name="connsiteX9" fmla="*/ 19912810 w 20534463"/>
                <a:gd name="connsiteY9" fmla="*/ 130323 h 4785702"/>
                <a:gd name="connsiteX10" fmla="*/ 20524506 w 20534463"/>
                <a:gd name="connsiteY10" fmla="*/ 220048 h 4785702"/>
                <a:gd name="connsiteX11" fmla="*/ 20528696 w 20534463"/>
                <a:gd name="connsiteY11" fmla="*/ 204808 h 4785702"/>
                <a:gd name="connsiteX12" fmla="*/ 15772102 w 20534463"/>
                <a:gd name="connsiteY12" fmla="*/ 291010 h 4785702"/>
                <a:gd name="connsiteX13" fmla="*/ 13767756 w 20534463"/>
                <a:gd name="connsiteY13" fmla="*/ 1167310 h 4785702"/>
                <a:gd name="connsiteX14" fmla="*/ 12434256 w 20534463"/>
                <a:gd name="connsiteY14" fmla="*/ 2472806 h 4785702"/>
                <a:gd name="connsiteX15" fmla="*/ 11078372 w 20534463"/>
                <a:gd name="connsiteY15" fmla="*/ 3915653 h 4785702"/>
                <a:gd name="connsiteX16" fmla="*/ 9449597 w 20534463"/>
                <a:gd name="connsiteY16" fmla="*/ 4753853 h 4785702"/>
                <a:gd name="connsiteX17" fmla="*/ 7242750 w 20534463"/>
                <a:gd name="connsiteY17" fmla="*/ 4266364 h 4785702"/>
                <a:gd name="connsiteX18" fmla="*/ 5112484 w 20534463"/>
                <a:gd name="connsiteY18" fmla="*/ 3402922 h 4785702"/>
                <a:gd name="connsiteX19" fmla="*/ 3945957 w 20534463"/>
                <a:gd name="connsiteY19" fmla="*/ 3174322 h 4785702"/>
                <a:gd name="connsiteX20" fmla="*/ 2774382 w 20534463"/>
                <a:gd name="connsiteY20" fmla="*/ 3057737 h 4785702"/>
                <a:gd name="connsiteX21" fmla="*/ 513051 w 20534463"/>
                <a:gd name="connsiteY21" fmla="*/ 3412067 h 4785702"/>
                <a:gd name="connsiteX22" fmla="*/ 3941 w 20534463"/>
                <a:gd name="connsiteY22" fmla="*/ 3670670 h 4785702"/>
                <a:gd name="connsiteX23" fmla="*/ 1083 w 20534463"/>
                <a:gd name="connsiteY23" fmla="*/ 3681529 h 4785702"/>
                <a:gd name="connsiteX24" fmla="*/ 11941 w 20534463"/>
                <a:gd name="connsiteY24" fmla="*/ 3684386 h 478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4463" h="4785702">
                  <a:moveTo>
                    <a:pt x="11466" y="3684481"/>
                  </a:moveTo>
                  <a:cubicBezTo>
                    <a:pt x="1422784" y="2837995"/>
                    <a:pt x="3163002" y="3012302"/>
                    <a:pt x="4705005" y="3327866"/>
                  </a:cubicBezTo>
                  <a:cubicBezTo>
                    <a:pt x="5478339" y="3486076"/>
                    <a:pt x="6181380" y="3806687"/>
                    <a:pt x="6896516" y="4130252"/>
                  </a:cubicBezTo>
                  <a:cubicBezTo>
                    <a:pt x="7554313" y="4427718"/>
                    <a:pt x="8242113" y="4732613"/>
                    <a:pt x="8972109" y="4780238"/>
                  </a:cubicBezTo>
                  <a:cubicBezTo>
                    <a:pt x="9594949" y="4820814"/>
                    <a:pt x="10159400" y="4633838"/>
                    <a:pt x="10662130" y="4273222"/>
                  </a:cubicBezTo>
                  <a:cubicBezTo>
                    <a:pt x="11172384" y="3907367"/>
                    <a:pt x="11601676" y="3436736"/>
                    <a:pt x="12016775" y="2970011"/>
                  </a:cubicBezTo>
                  <a:cubicBezTo>
                    <a:pt x="12448067" y="2485665"/>
                    <a:pt x="12864500" y="1983793"/>
                    <a:pt x="13341512" y="1542690"/>
                  </a:cubicBezTo>
                  <a:cubicBezTo>
                    <a:pt x="13554301" y="1345523"/>
                    <a:pt x="13781281" y="1159880"/>
                    <a:pt x="14031598" y="1011671"/>
                  </a:cubicBezTo>
                  <a:cubicBezTo>
                    <a:pt x="14376404" y="807360"/>
                    <a:pt x="14746450" y="642196"/>
                    <a:pt x="15123259" y="506846"/>
                  </a:cubicBezTo>
                  <a:cubicBezTo>
                    <a:pt x="16648497" y="-40175"/>
                    <a:pt x="18320134" y="-71321"/>
                    <a:pt x="19912810" y="130323"/>
                  </a:cubicBezTo>
                  <a:cubicBezTo>
                    <a:pt x="20117216" y="156104"/>
                    <a:pt x="20321116" y="186012"/>
                    <a:pt x="20524506" y="220048"/>
                  </a:cubicBezTo>
                  <a:cubicBezTo>
                    <a:pt x="20534506" y="221763"/>
                    <a:pt x="20538794" y="206428"/>
                    <a:pt x="20528696" y="204808"/>
                  </a:cubicBezTo>
                  <a:cubicBezTo>
                    <a:pt x="18961262" y="-54367"/>
                    <a:pt x="17321152" y="-110564"/>
                    <a:pt x="15772102" y="291010"/>
                  </a:cubicBezTo>
                  <a:cubicBezTo>
                    <a:pt x="15075348" y="471985"/>
                    <a:pt x="14352877" y="740018"/>
                    <a:pt x="13767756" y="1167310"/>
                  </a:cubicBezTo>
                  <a:cubicBezTo>
                    <a:pt x="13264741" y="1534498"/>
                    <a:pt x="12845546" y="2008748"/>
                    <a:pt x="12434256" y="2472806"/>
                  </a:cubicBezTo>
                  <a:cubicBezTo>
                    <a:pt x="11997630" y="2966678"/>
                    <a:pt x="11570243" y="3474551"/>
                    <a:pt x="11078372" y="3915653"/>
                  </a:cubicBezTo>
                  <a:cubicBezTo>
                    <a:pt x="10613171" y="4332848"/>
                    <a:pt x="10083010" y="4681749"/>
                    <a:pt x="9449597" y="4753853"/>
                  </a:cubicBezTo>
                  <a:cubicBezTo>
                    <a:pt x="8683978" y="4841198"/>
                    <a:pt x="7933408" y="4566020"/>
                    <a:pt x="7242750" y="4266364"/>
                  </a:cubicBezTo>
                  <a:cubicBezTo>
                    <a:pt x="6541044" y="3961564"/>
                    <a:pt x="5855434" y="3599614"/>
                    <a:pt x="5112484" y="3402922"/>
                  </a:cubicBezTo>
                  <a:cubicBezTo>
                    <a:pt x="4730531" y="3301767"/>
                    <a:pt x="4336196" y="3234139"/>
                    <a:pt x="3945957" y="3174322"/>
                  </a:cubicBezTo>
                  <a:cubicBezTo>
                    <a:pt x="3557909" y="3114601"/>
                    <a:pt x="3166908" y="3071929"/>
                    <a:pt x="2774382" y="3057737"/>
                  </a:cubicBezTo>
                  <a:cubicBezTo>
                    <a:pt x="2007715" y="3030209"/>
                    <a:pt x="1225617" y="3113553"/>
                    <a:pt x="513051" y="3412067"/>
                  </a:cubicBezTo>
                  <a:cubicBezTo>
                    <a:pt x="337392" y="3486004"/>
                    <a:pt x="167253" y="3572426"/>
                    <a:pt x="3941" y="3670670"/>
                  </a:cubicBezTo>
                  <a:cubicBezTo>
                    <a:pt x="153" y="3672880"/>
                    <a:pt x="-1126" y="3677741"/>
                    <a:pt x="1083" y="3681529"/>
                  </a:cubicBezTo>
                  <a:cubicBezTo>
                    <a:pt x="3292" y="3685317"/>
                    <a:pt x="8153" y="3686596"/>
                    <a:pt x="11941" y="36843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39" name="Freeform 179">
              <a:extLst>
                <a:ext uri="{FF2B5EF4-FFF2-40B4-BE49-F238E27FC236}">
                  <a16:creationId xmlns:a16="http://schemas.microsoft.com/office/drawing/2014/main" id="{D0BB7DA3-8F01-447B-60D7-74F7923D1379}"/>
                </a:ext>
              </a:extLst>
            </p:cNvPr>
            <p:cNvSpPr/>
            <p:nvPr/>
          </p:nvSpPr>
          <p:spPr>
            <a:xfrm>
              <a:off x="-1036791" y="-1094922"/>
              <a:ext cx="9314385" cy="2245946"/>
            </a:xfrm>
            <a:custGeom>
              <a:avLst/>
              <a:gdLst>
                <a:gd name="connsiteX0" fmla="*/ 11042 w 20533762"/>
                <a:gd name="connsiteY0" fmla="*/ 3701920 h 4951237"/>
                <a:gd name="connsiteX1" fmla="*/ 4872698 w 20533762"/>
                <a:gd name="connsiteY1" fmla="*/ 3379880 h 4951237"/>
                <a:gd name="connsiteX2" fmla="*/ 6999630 w 20533762"/>
                <a:gd name="connsiteY2" fmla="*/ 4257894 h 4951237"/>
                <a:gd name="connsiteX3" fmla="*/ 9038742 w 20533762"/>
                <a:gd name="connsiteY3" fmla="*/ 4946933 h 4951237"/>
                <a:gd name="connsiteX4" fmla="*/ 10660945 w 20533762"/>
                <a:gd name="connsiteY4" fmla="*/ 4412200 h 4951237"/>
                <a:gd name="connsiteX5" fmla="*/ 11978919 w 20533762"/>
                <a:gd name="connsiteY5" fmla="*/ 3056030 h 4951237"/>
                <a:gd name="connsiteX6" fmla="*/ 13267556 w 20533762"/>
                <a:gd name="connsiteY6" fmla="*/ 1571178 h 4951237"/>
                <a:gd name="connsiteX7" fmla="*/ 13941259 w 20533762"/>
                <a:gd name="connsiteY7" fmla="*/ 1012917 h 4951237"/>
                <a:gd name="connsiteX8" fmla="*/ 15000058 w 20533762"/>
                <a:gd name="connsiteY8" fmla="*/ 506854 h 4951237"/>
                <a:gd name="connsiteX9" fmla="*/ 19884478 w 20533762"/>
                <a:gd name="connsiteY9" fmla="*/ 142523 h 4951237"/>
                <a:gd name="connsiteX10" fmla="*/ 20524558 w 20533762"/>
                <a:gd name="connsiteY10" fmla="*/ 237773 h 4951237"/>
                <a:gd name="connsiteX11" fmla="*/ 20528368 w 20533762"/>
                <a:gd name="connsiteY11" fmla="*/ 223676 h 4951237"/>
                <a:gd name="connsiteX12" fmla="*/ 15640710 w 20533762"/>
                <a:gd name="connsiteY12" fmla="*/ 290351 h 4951237"/>
                <a:gd name="connsiteX13" fmla="*/ 13683799 w 20533762"/>
                <a:gd name="connsiteY13" fmla="*/ 1179033 h 4951237"/>
                <a:gd name="connsiteX14" fmla="*/ 12380874 w 20533762"/>
                <a:gd name="connsiteY14" fmla="*/ 2547109 h 4951237"/>
                <a:gd name="connsiteX15" fmla="*/ 11070234 w 20533762"/>
                <a:gd name="connsiteY15" fmla="*/ 4037105 h 4951237"/>
                <a:gd name="connsiteX16" fmla="*/ 9533661 w 20533762"/>
                <a:gd name="connsiteY16" fmla="*/ 4912643 h 4951237"/>
                <a:gd name="connsiteX17" fmla="*/ 7340625 w 20533762"/>
                <a:gd name="connsiteY17" fmla="*/ 4408580 h 4951237"/>
                <a:gd name="connsiteX18" fmla="*/ 5264175 w 20533762"/>
                <a:gd name="connsiteY18" fmla="*/ 3467129 h 4951237"/>
                <a:gd name="connsiteX19" fmla="*/ 4081932 w 20533762"/>
                <a:gd name="connsiteY19" fmla="*/ 3214716 h 4951237"/>
                <a:gd name="connsiteX20" fmla="*/ 2859589 w 20533762"/>
                <a:gd name="connsiteY20" fmla="*/ 3079938 h 4951237"/>
                <a:gd name="connsiteX21" fmla="*/ 514438 w 20533762"/>
                <a:gd name="connsiteY21" fmla="*/ 3429886 h 4951237"/>
                <a:gd name="connsiteX22" fmla="*/ 3612 w 20533762"/>
                <a:gd name="connsiteY22" fmla="*/ 3689252 h 4951237"/>
                <a:gd name="connsiteX23" fmla="*/ 993 w 20533762"/>
                <a:gd name="connsiteY23" fmla="*/ 3699206 h 4951237"/>
                <a:gd name="connsiteX24" fmla="*/ 10947 w 20533762"/>
                <a:gd name="connsiteY24" fmla="*/ 3701825 h 49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533762" h="4951237">
                  <a:moveTo>
                    <a:pt x="11042" y="3701920"/>
                  </a:moveTo>
                  <a:cubicBezTo>
                    <a:pt x="1472273" y="2825239"/>
                    <a:pt x="3282880" y="3040504"/>
                    <a:pt x="4872698" y="3379880"/>
                  </a:cubicBezTo>
                  <a:cubicBezTo>
                    <a:pt x="5628697" y="3541805"/>
                    <a:pt x="6313354" y="3916423"/>
                    <a:pt x="6999630" y="4257894"/>
                  </a:cubicBezTo>
                  <a:cubicBezTo>
                    <a:pt x="7638377" y="4575839"/>
                    <a:pt x="8314938" y="4902642"/>
                    <a:pt x="9038742" y="4946933"/>
                  </a:cubicBezTo>
                  <a:cubicBezTo>
                    <a:pt x="9646342" y="4984081"/>
                    <a:pt x="10184790" y="4778721"/>
                    <a:pt x="10660945" y="4412200"/>
                  </a:cubicBezTo>
                  <a:cubicBezTo>
                    <a:pt x="11160912" y="4027580"/>
                    <a:pt x="11576202" y="3538757"/>
                    <a:pt x="11978919" y="3056030"/>
                  </a:cubicBezTo>
                  <a:cubicBezTo>
                    <a:pt x="12398019" y="2553205"/>
                    <a:pt x="12802260" y="2033235"/>
                    <a:pt x="13267556" y="1571178"/>
                  </a:cubicBezTo>
                  <a:cubicBezTo>
                    <a:pt x="13474439" y="1365628"/>
                    <a:pt x="13695133" y="1170080"/>
                    <a:pt x="13941259" y="1012917"/>
                  </a:cubicBezTo>
                  <a:cubicBezTo>
                    <a:pt x="14269396" y="802796"/>
                    <a:pt x="14635156" y="641442"/>
                    <a:pt x="15000058" y="506854"/>
                  </a:cubicBezTo>
                  <a:cubicBezTo>
                    <a:pt x="16552633" y="-63884"/>
                    <a:pt x="18263134" y="-67503"/>
                    <a:pt x="19884478" y="142523"/>
                  </a:cubicBezTo>
                  <a:cubicBezTo>
                    <a:pt x="20098410" y="170209"/>
                    <a:pt x="20311770" y="201959"/>
                    <a:pt x="20524558" y="237773"/>
                  </a:cubicBezTo>
                  <a:cubicBezTo>
                    <a:pt x="20534084" y="239297"/>
                    <a:pt x="20537608" y="225200"/>
                    <a:pt x="20528368" y="223676"/>
                  </a:cubicBezTo>
                  <a:cubicBezTo>
                    <a:pt x="18919978" y="-42453"/>
                    <a:pt x="17231290" y="-128749"/>
                    <a:pt x="15640710" y="290351"/>
                  </a:cubicBezTo>
                  <a:cubicBezTo>
                    <a:pt x="14957196" y="470469"/>
                    <a:pt x="14244440" y="738026"/>
                    <a:pt x="13683799" y="1179033"/>
                  </a:cubicBezTo>
                  <a:cubicBezTo>
                    <a:pt x="13188499" y="1568606"/>
                    <a:pt x="12781019" y="2064096"/>
                    <a:pt x="12380874" y="2547109"/>
                  </a:cubicBezTo>
                  <a:cubicBezTo>
                    <a:pt x="11959298" y="3056030"/>
                    <a:pt x="11547341" y="3578095"/>
                    <a:pt x="11070234" y="4037105"/>
                  </a:cubicBezTo>
                  <a:cubicBezTo>
                    <a:pt x="10639133" y="4451728"/>
                    <a:pt x="10140023" y="4822536"/>
                    <a:pt x="9533661" y="4912643"/>
                  </a:cubicBezTo>
                  <a:cubicBezTo>
                    <a:pt x="8769185" y="5026371"/>
                    <a:pt x="8018424" y="4730334"/>
                    <a:pt x="7340625" y="4408580"/>
                  </a:cubicBezTo>
                  <a:cubicBezTo>
                    <a:pt x="6654825" y="4083301"/>
                    <a:pt x="5991885" y="3694205"/>
                    <a:pt x="5264175" y="3467129"/>
                  </a:cubicBezTo>
                  <a:cubicBezTo>
                    <a:pt x="4880699" y="3347495"/>
                    <a:pt x="4477791" y="3279867"/>
                    <a:pt x="4081932" y="3214716"/>
                  </a:cubicBezTo>
                  <a:cubicBezTo>
                    <a:pt x="3677310" y="3148041"/>
                    <a:pt x="3269354" y="3099083"/>
                    <a:pt x="2859589" y="3079938"/>
                  </a:cubicBezTo>
                  <a:cubicBezTo>
                    <a:pt x="2065871" y="3043076"/>
                    <a:pt x="1253007" y="3120609"/>
                    <a:pt x="514438" y="3429886"/>
                  </a:cubicBezTo>
                  <a:cubicBezTo>
                    <a:pt x="338164" y="3503980"/>
                    <a:pt x="167448" y="3590659"/>
                    <a:pt x="3612" y="3689252"/>
                  </a:cubicBezTo>
                  <a:cubicBezTo>
                    <a:pt x="140" y="3691277"/>
                    <a:pt x="-1033" y="3695734"/>
                    <a:pt x="993" y="3699206"/>
                  </a:cubicBezTo>
                  <a:cubicBezTo>
                    <a:pt x="3018" y="3702678"/>
                    <a:pt x="7475" y="3703851"/>
                    <a:pt x="10947" y="3701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  <p:sp>
          <p:nvSpPr>
            <p:cNvPr id="40" name="Freeform 180">
              <a:extLst>
                <a:ext uri="{FF2B5EF4-FFF2-40B4-BE49-F238E27FC236}">
                  <a16:creationId xmlns:a16="http://schemas.microsoft.com/office/drawing/2014/main" id="{5ABB8E76-04C8-FB0A-DB92-6B52430EB8C9}"/>
                </a:ext>
              </a:extLst>
            </p:cNvPr>
            <p:cNvSpPr/>
            <p:nvPr/>
          </p:nvSpPr>
          <p:spPr>
            <a:xfrm>
              <a:off x="-1034224" y="-1253208"/>
              <a:ext cx="9313468" cy="2322773"/>
            </a:xfrm>
            <a:custGeom>
              <a:avLst/>
              <a:gdLst>
                <a:gd name="connsiteX0" fmla="*/ 9289 w 20531742"/>
                <a:gd name="connsiteY0" fmla="*/ 3721775 h 5120603"/>
                <a:gd name="connsiteX1" fmla="*/ 2447117 w 20531742"/>
                <a:gd name="connsiteY1" fmla="*/ 3105984 h 5120603"/>
                <a:gd name="connsiteX2" fmla="*/ 4989054 w 20531742"/>
                <a:gd name="connsiteY2" fmla="*/ 3426405 h 5120603"/>
                <a:gd name="connsiteX3" fmla="*/ 7075601 w 20531742"/>
                <a:gd name="connsiteY3" fmla="*/ 4385382 h 5120603"/>
                <a:gd name="connsiteX4" fmla="*/ 9067564 w 20531742"/>
                <a:gd name="connsiteY4" fmla="*/ 5116045 h 5120603"/>
                <a:gd name="connsiteX5" fmla="*/ 10633188 w 20531742"/>
                <a:gd name="connsiteY5" fmla="*/ 4572453 h 5120603"/>
                <a:gd name="connsiteX6" fmla="*/ 11933541 w 20531742"/>
                <a:gd name="connsiteY6" fmla="*/ 3155323 h 5120603"/>
                <a:gd name="connsiteX7" fmla="*/ 13186841 w 20531742"/>
                <a:gd name="connsiteY7" fmla="*/ 1614178 h 5120603"/>
                <a:gd name="connsiteX8" fmla="*/ 13839970 w 20531742"/>
                <a:gd name="connsiteY8" fmla="*/ 1027629 h 5120603"/>
                <a:gd name="connsiteX9" fmla="*/ 14850953 w 20531742"/>
                <a:gd name="connsiteY9" fmla="*/ 518898 h 5120603"/>
                <a:gd name="connsiteX10" fmla="*/ 19918254 w 20531742"/>
                <a:gd name="connsiteY10" fmla="*/ 165711 h 5120603"/>
                <a:gd name="connsiteX11" fmla="*/ 20523472 w 20531742"/>
                <a:gd name="connsiteY11" fmla="*/ 257532 h 5120603"/>
                <a:gd name="connsiteX12" fmla="*/ 20526900 w 20531742"/>
                <a:gd name="connsiteY12" fmla="*/ 244769 h 5120603"/>
                <a:gd name="connsiteX13" fmla="*/ 15518084 w 20531742"/>
                <a:gd name="connsiteY13" fmla="*/ 288870 h 5120603"/>
                <a:gd name="connsiteX14" fmla="*/ 13588700 w 20531742"/>
                <a:gd name="connsiteY14" fmla="*/ 1207175 h 5120603"/>
                <a:gd name="connsiteX15" fmla="*/ 12322923 w 20531742"/>
                <a:gd name="connsiteY15" fmla="*/ 2633448 h 5120603"/>
                <a:gd name="connsiteX16" fmla="*/ 11038382 w 20531742"/>
                <a:gd name="connsiteY16" fmla="*/ 4182595 h 5120603"/>
                <a:gd name="connsiteX17" fmla="*/ 9553339 w 20531742"/>
                <a:gd name="connsiteY17" fmla="*/ 5081373 h 5120603"/>
                <a:gd name="connsiteX18" fmla="*/ 7412881 w 20531742"/>
                <a:gd name="connsiteY18" fmla="*/ 4549783 h 5120603"/>
                <a:gd name="connsiteX19" fmla="*/ 5372340 w 20531742"/>
                <a:gd name="connsiteY19" fmla="*/ 3527846 h 5120603"/>
                <a:gd name="connsiteX20" fmla="*/ 4199622 w 20531742"/>
                <a:gd name="connsiteY20" fmla="*/ 3255812 h 5120603"/>
                <a:gd name="connsiteX21" fmla="*/ 2961372 w 20531742"/>
                <a:gd name="connsiteY21" fmla="*/ 3106269 h 5120603"/>
                <a:gd name="connsiteX22" fmla="*/ 528687 w 20531742"/>
                <a:gd name="connsiteY22" fmla="*/ 3444407 h 5120603"/>
                <a:gd name="connsiteX23" fmla="*/ 2622 w 20531742"/>
                <a:gd name="connsiteY23" fmla="*/ 3710059 h 5120603"/>
                <a:gd name="connsiteX24" fmla="*/ 1368 w 20531742"/>
                <a:gd name="connsiteY24" fmla="*/ 3719405 h 5120603"/>
                <a:gd name="connsiteX25" fmla="*/ 9289 w 20531742"/>
                <a:gd name="connsiteY25" fmla="*/ 3721489 h 512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531742" h="5120603">
                  <a:moveTo>
                    <a:pt x="9289" y="3721775"/>
                  </a:moveTo>
                  <a:cubicBezTo>
                    <a:pt x="745286" y="3280386"/>
                    <a:pt x="1596630" y="3112175"/>
                    <a:pt x="2447117" y="3105984"/>
                  </a:cubicBezTo>
                  <a:cubicBezTo>
                    <a:pt x="3297604" y="3099792"/>
                    <a:pt x="4164475" y="3225903"/>
                    <a:pt x="4989054" y="3426405"/>
                  </a:cubicBezTo>
                  <a:cubicBezTo>
                    <a:pt x="5736671" y="3608237"/>
                    <a:pt x="6406374" y="4021336"/>
                    <a:pt x="7075601" y="4385382"/>
                  </a:cubicBezTo>
                  <a:cubicBezTo>
                    <a:pt x="7692344" y="4720948"/>
                    <a:pt x="8353189" y="5068896"/>
                    <a:pt x="9067564" y="5116045"/>
                  </a:cubicBezTo>
                  <a:cubicBezTo>
                    <a:pt x="9660686" y="5155097"/>
                    <a:pt x="10178750" y="4940689"/>
                    <a:pt x="10633188" y="4572453"/>
                  </a:cubicBezTo>
                  <a:cubicBezTo>
                    <a:pt x="11131917" y="4168307"/>
                    <a:pt x="11539206" y="3658053"/>
                    <a:pt x="11933541" y="3155323"/>
                  </a:cubicBezTo>
                  <a:cubicBezTo>
                    <a:pt x="12341973" y="2634877"/>
                    <a:pt x="12733641" y="2098048"/>
                    <a:pt x="13186841" y="1614178"/>
                  </a:cubicBezTo>
                  <a:cubicBezTo>
                    <a:pt x="13386866" y="1400723"/>
                    <a:pt x="13600225" y="1196221"/>
                    <a:pt x="13839970" y="1027629"/>
                  </a:cubicBezTo>
                  <a:cubicBezTo>
                    <a:pt x="14147056" y="811697"/>
                    <a:pt x="14501767" y="652725"/>
                    <a:pt x="14850953" y="518898"/>
                  </a:cubicBezTo>
                  <a:cubicBezTo>
                    <a:pt x="16454487" y="-96703"/>
                    <a:pt x="18240996" y="-62603"/>
                    <a:pt x="19918254" y="165711"/>
                  </a:cubicBezTo>
                  <a:cubicBezTo>
                    <a:pt x="20120374" y="193207"/>
                    <a:pt x="20322114" y="223814"/>
                    <a:pt x="20523472" y="257532"/>
                  </a:cubicBezTo>
                  <a:cubicBezTo>
                    <a:pt x="20531758" y="258866"/>
                    <a:pt x="20535378" y="246198"/>
                    <a:pt x="20526900" y="244769"/>
                  </a:cubicBezTo>
                  <a:cubicBezTo>
                    <a:pt x="18880982" y="-28027"/>
                    <a:pt x="17147146" y="-147852"/>
                    <a:pt x="15518084" y="288870"/>
                  </a:cubicBezTo>
                  <a:cubicBezTo>
                    <a:pt x="14837047" y="471273"/>
                    <a:pt x="14130292" y="743784"/>
                    <a:pt x="13588700" y="1207175"/>
                  </a:cubicBezTo>
                  <a:cubicBezTo>
                    <a:pt x="13105497" y="1620560"/>
                    <a:pt x="12711733" y="2133576"/>
                    <a:pt x="12322923" y="2633448"/>
                  </a:cubicBezTo>
                  <a:cubicBezTo>
                    <a:pt x="11911348" y="3162086"/>
                    <a:pt x="11509012" y="3703677"/>
                    <a:pt x="11038382" y="4182595"/>
                  </a:cubicBezTo>
                  <a:cubicBezTo>
                    <a:pt x="10628521" y="4599599"/>
                    <a:pt x="10146746" y="4986790"/>
                    <a:pt x="9553339" y="5081373"/>
                  </a:cubicBezTo>
                  <a:cubicBezTo>
                    <a:pt x="8801435" y="5201484"/>
                    <a:pt x="8066391" y="4887349"/>
                    <a:pt x="7412881" y="4549783"/>
                  </a:cubicBezTo>
                  <a:cubicBezTo>
                    <a:pt x="6738035" y="4201168"/>
                    <a:pt x="6091192" y="3783402"/>
                    <a:pt x="5372340" y="3527846"/>
                  </a:cubicBezTo>
                  <a:cubicBezTo>
                    <a:pt x="4994007" y="3393448"/>
                    <a:pt x="4594243" y="3324106"/>
                    <a:pt x="4199622" y="3255812"/>
                  </a:cubicBezTo>
                  <a:cubicBezTo>
                    <a:pt x="3790047" y="3184851"/>
                    <a:pt x="3376567" y="3130749"/>
                    <a:pt x="2961372" y="3106269"/>
                  </a:cubicBezTo>
                  <a:cubicBezTo>
                    <a:pt x="2139936" y="3057978"/>
                    <a:pt x="1295450" y="3126939"/>
                    <a:pt x="528687" y="3444407"/>
                  </a:cubicBezTo>
                  <a:cubicBezTo>
                    <a:pt x="347007" y="3519832"/>
                    <a:pt x="171168" y="3608626"/>
                    <a:pt x="2622" y="3710059"/>
                  </a:cubicBezTo>
                  <a:cubicBezTo>
                    <a:pt x="-305" y="3712294"/>
                    <a:pt x="-866" y="3716478"/>
                    <a:pt x="1368" y="3719405"/>
                  </a:cubicBezTo>
                  <a:cubicBezTo>
                    <a:pt x="3221" y="3721830"/>
                    <a:pt x="6483" y="3722689"/>
                    <a:pt x="9289" y="37214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spcBef>
                  <a:spcPts val="1200"/>
                </a:spcBef>
              </a:pPr>
              <a:endParaRPr lang="de-DE" noProof="0" dirty="0"/>
            </a:p>
          </p:txBody>
        </p:sp>
      </p:grpSp>
      <p:sp>
        <p:nvSpPr>
          <p:cNvPr id="5" name="Rectangle 16">
            <a:extLst>
              <a:ext uri="{FF2B5EF4-FFF2-40B4-BE49-F238E27FC236}">
                <a16:creationId xmlns:a16="http://schemas.microsoft.com/office/drawing/2014/main" id="{9CC9DC8E-A7BD-693B-1684-004E9AF87442}"/>
              </a:ext>
            </a:extLst>
          </p:cNvPr>
          <p:cNvSpPr/>
          <p:nvPr/>
        </p:nvSpPr>
        <p:spPr>
          <a:xfrm>
            <a:off x="8810625" y="3429000"/>
            <a:ext cx="3381375" cy="3429000"/>
          </a:xfrm>
          <a:prstGeom prst="rect">
            <a:avLst/>
          </a:prstGeom>
          <a:solidFill>
            <a:srgbClr val="0051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ACAE41BE-F16F-65FC-4BFE-D305A1EE20FD}"/>
              </a:ext>
            </a:extLst>
          </p:cNvPr>
          <p:cNvCxnSpPr>
            <a:cxnSpLocks/>
            <a:stCxn id="13" idx="4"/>
            <a:endCxn id="21" idx="0"/>
          </p:cNvCxnSpPr>
          <p:nvPr/>
        </p:nvCxnSpPr>
        <p:spPr>
          <a:xfrm>
            <a:off x="627591" y="2625149"/>
            <a:ext cx="0" cy="2047504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6">
            <a:extLst>
              <a:ext uri="{FF2B5EF4-FFF2-40B4-BE49-F238E27FC236}">
                <a16:creationId xmlns:a16="http://schemas.microsoft.com/office/drawing/2014/main" id="{90338559-FC28-EA1F-122E-5843BA5810B7}"/>
              </a:ext>
            </a:extLst>
          </p:cNvPr>
          <p:cNvSpPr/>
          <p:nvPr/>
        </p:nvSpPr>
        <p:spPr>
          <a:xfrm>
            <a:off x="542837" y="2471051"/>
            <a:ext cx="169508" cy="154098"/>
          </a:xfrm>
          <a:prstGeom prst="ellipse">
            <a:avLst/>
          </a:prstGeom>
          <a:solidFill>
            <a:srgbClr val="0051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5C29E8DC-5016-0D8B-9445-2846CB24AC19}"/>
              </a:ext>
            </a:extLst>
          </p:cNvPr>
          <p:cNvSpPr/>
          <p:nvPr/>
        </p:nvSpPr>
        <p:spPr>
          <a:xfrm>
            <a:off x="542837" y="3302163"/>
            <a:ext cx="169508" cy="154098"/>
          </a:xfrm>
          <a:prstGeom prst="ellipse">
            <a:avLst/>
          </a:prstGeom>
          <a:solidFill>
            <a:srgbClr val="0051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0C74B472-C43F-541D-D7E3-7ED1985F2FE7}"/>
              </a:ext>
            </a:extLst>
          </p:cNvPr>
          <p:cNvSpPr/>
          <p:nvPr/>
        </p:nvSpPr>
        <p:spPr>
          <a:xfrm>
            <a:off x="542837" y="4672653"/>
            <a:ext cx="169508" cy="154098"/>
          </a:xfrm>
          <a:prstGeom prst="ellipse">
            <a:avLst/>
          </a:prstGeom>
          <a:solidFill>
            <a:srgbClr val="0051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85DB009-419E-6F34-2581-C0BCFA875C43}"/>
              </a:ext>
            </a:extLst>
          </p:cNvPr>
          <p:cNvGrpSpPr/>
          <p:nvPr/>
        </p:nvGrpSpPr>
        <p:grpSpPr>
          <a:xfrm>
            <a:off x="7916190" y="2655427"/>
            <a:ext cx="3405610" cy="3387907"/>
            <a:chOff x="6877158" y="1088999"/>
            <a:chExt cx="4680000" cy="4680000"/>
          </a:xfrm>
        </p:grpSpPr>
        <p:grpSp>
          <p:nvGrpSpPr>
            <p:cNvPr id="3" name="Group 20">
              <a:extLst>
                <a:ext uri="{FF2B5EF4-FFF2-40B4-BE49-F238E27FC236}">
                  <a16:creationId xmlns:a16="http://schemas.microsoft.com/office/drawing/2014/main" id="{D6BC49FB-9D69-F981-E8A8-F02594B2F3C5}"/>
                </a:ext>
              </a:extLst>
            </p:cNvPr>
            <p:cNvGrpSpPr/>
            <p:nvPr/>
          </p:nvGrpSpPr>
          <p:grpSpPr>
            <a:xfrm>
              <a:off x="6877158" y="1088999"/>
              <a:ext cx="4680000" cy="4680000"/>
              <a:chOff x="5743302" y="441234"/>
              <a:chExt cx="5975532" cy="5975532"/>
            </a:xfrm>
          </p:grpSpPr>
          <p:sp>
            <p:nvSpPr>
              <p:cNvPr id="7" name="Oval 2">
                <a:extLst>
                  <a:ext uri="{FF2B5EF4-FFF2-40B4-BE49-F238E27FC236}">
                    <a16:creationId xmlns:a16="http://schemas.microsoft.com/office/drawing/2014/main" id="{42E707AD-8003-3926-E28B-C2226D43DE0C}"/>
                  </a:ext>
                </a:extLst>
              </p:cNvPr>
              <p:cNvSpPr/>
              <p:nvPr/>
            </p:nvSpPr>
            <p:spPr>
              <a:xfrm>
                <a:off x="5743302" y="441234"/>
                <a:ext cx="5975532" cy="59755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397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8" name="Oval 11">
                <a:extLst>
                  <a:ext uri="{FF2B5EF4-FFF2-40B4-BE49-F238E27FC236}">
                    <a16:creationId xmlns:a16="http://schemas.microsoft.com/office/drawing/2014/main" id="{BE1AD663-A7CF-71C5-2BF9-BC3EE966E468}"/>
                  </a:ext>
                </a:extLst>
              </p:cNvPr>
              <p:cNvSpPr/>
              <p:nvPr/>
            </p:nvSpPr>
            <p:spPr>
              <a:xfrm>
                <a:off x="5940243" y="638175"/>
                <a:ext cx="5581650" cy="5581650"/>
              </a:xfrm>
              <a:prstGeom prst="ellipse">
                <a:avLst/>
              </a:prstGeom>
              <a:noFill/>
              <a:ln w="28575">
                <a:solidFill>
                  <a:srgbClr val="00519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989DFC6-87C2-55A9-7575-D2516A561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7387" y="1615795"/>
              <a:ext cx="2809715" cy="3193949"/>
            </a:xfrm>
            <a:prstGeom prst="rect">
              <a:avLst/>
            </a:prstGeom>
          </p:spPr>
        </p:pic>
      </p:grpSp>
      <p:sp>
        <p:nvSpPr>
          <p:cNvPr id="15" name="Oval 7">
            <a:extLst>
              <a:ext uri="{FF2B5EF4-FFF2-40B4-BE49-F238E27FC236}">
                <a16:creationId xmlns:a16="http://schemas.microsoft.com/office/drawing/2014/main" id="{EB69E113-9B8D-6330-30D8-BE05EC4ABC59}"/>
              </a:ext>
            </a:extLst>
          </p:cNvPr>
          <p:cNvSpPr/>
          <p:nvPr/>
        </p:nvSpPr>
        <p:spPr>
          <a:xfrm>
            <a:off x="542837" y="3814196"/>
            <a:ext cx="169508" cy="154098"/>
          </a:xfrm>
          <a:prstGeom prst="ellipse">
            <a:avLst/>
          </a:prstGeom>
          <a:solidFill>
            <a:srgbClr val="00519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0BCE6C1-5E17-4AD5-1C81-E2D42038E833}"/>
              </a:ext>
            </a:extLst>
          </p:cNvPr>
          <p:cNvSpPr txBox="1"/>
          <p:nvPr/>
        </p:nvSpPr>
        <p:spPr>
          <a:xfrm>
            <a:off x="445173" y="504396"/>
            <a:ext cx="11518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noProof="0" dirty="0">
                <a:solidFill>
                  <a:srgbClr val="707072"/>
                </a:solidFill>
                <a:latin typeface="Montserrat" pitchFamily="2" charset="0"/>
              </a:rPr>
              <a:t>ONBOARDINGTIPPS</a:t>
            </a:r>
          </a:p>
          <a:p>
            <a:r>
              <a:rPr lang="de-DE" sz="3600" b="1" noProof="0" dirty="0">
                <a:solidFill>
                  <a:srgbClr val="005191"/>
                </a:solidFill>
                <a:latin typeface="Montserrat" pitchFamily="2" charset="0"/>
              </a:rPr>
              <a:t>ANALYTISCH </a:t>
            </a:r>
            <a:r>
              <a:rPr lang="de-DE" sz="3600" noProof="0" dirty="0">
                <a:solidFill>
                  <a:srgbClr val="005191"/>
                </a:solidFill>
                <a:latin typeface="Montserrat" pitchFamily="2" charset="0"/>
              </a:rPr>
              <a:t>(BEDACHT UND DISTANZIERT)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7F46624-9528-6BAC-3A14-E0725FB4BDD9}"/>
              </a:ext>
            </a:extLst>
          </p:cNvPr>
          <p:cNvSpPr txBox="1"/>
          <p:nvPr/>
        </p:nvSpPr>
        <p:spPr>
          <a:xfrm>
            <a:off x="805345" y="2322909"/>
            <a:ext cx="6883420" cy="2634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Bereitstellen einer umfassenden Dokumentation als Nachschlagewerke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Einsatz eines erfahrenen Mentors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Praxisnahe Aufgaben, um analytische Fähigkeiten unter Beweis zu stellen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de-DE" sz="2000" dirty="0">
                <a:solidFill>
                  <a:srgbClr val="707072"/>
                </a:solidFill>
                <a:latin typeface="Montserrat" pitchFamily="2" charset="0"/>
              </a:rPr>
              <a:t>Regelmäßige Feedbackgespräche</a:t>
            </a:r>
          </a:p>
        </p:txBody>
      </p:sp>
    </p:spTree>
    <p:extLst>
      <p:ext uri="{BB962C8B-B14F-4D97-AF65-F5344CB8AC3E}">
        <p14:creationId xmlns:p14="http://schemas.microsoft.com/office/powerpoint/2010/main" val="122797943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1329-FE14-BABF-F651-4D77FB40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Kleidung, Person, Menschliches Gesicht, Lächeln enthält.&#10;&#10;Automatisch generierte Beschreibung">
            <a:extLst>
              <a:ext uri="{FF2B5EF4-FFF2-40B4-BE49-F238E27FC236}">
                <a16:creationId xmlns:a16="http://schemas.microsoft.com/office/drawing/2014/main" id="{C35C2A06-86A7-C6FD-0127-4244F72F8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1">
            <a:extLst>
              <a:ext uri="{FF2B5EF4-FFF2-40B4-BE49-F238E27FC236}">
                <a16:creationId xmlns:a16="http://schemas.microsoft.com/office/drawing/2014/main" id="{F4EA5B44-D642-3E0A-3920-5CD187E23AC9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88000">
                <a:schemeClr val="bg1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489DE-310D-3BD1-673C-BD1C34541164}"/>
              </a:ext>
            </a:extLst>
          </p:cNvPr>
          <p:cNvSpPr txBox="1"/>
          <p:nvPr/>
        </p:nvSpPr>
        <p:spPr>
          <a:xfrm>
            <a:off x="416391" y="4794118"/>
            <a:ext cx="10908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800" noProof="0" dirty="0">
                <a:solidFill>
                  <a:srgbClr val="707072"/>
                </a:solidFill>
                <a:latin typeface="Montserrat" pitchFamily="2" charset="0"/>
              </a:rPr>
              <a:t>ONBOARDING MIT ERFOLG</a:t>
            </a:r>
          </a:p>
          <a:p>
            <a:r>
              <a:rPr lang="de-DE" sz="4800" noProof="0" dirty="0">
                <a:solidFill>
                  <a:srgbClr val="6E5537"/>
                </a:solidFill>
                <a:latin typeface="Montserrat" pitchFamily="2" charset="0"/>
              </a:rPr>
              <a:t>DANK DER BIOLOGIC</a:t>
            </a:r>
            <a:r>
              <a:rPr lang="de-DE" sz="4800" dirty="0">
                <a:solidFill>
                  <a:srgbClr val="6E5537"/>
                </a:solidFill>
                <a:latin typeface="Montserrat" pitchFamily="2" charset="0"/>
              </a:rPr>
              <a:t>-METHODE</a:t>
            </a:r>
            <a:endParaRPr lang="de-DE" sz="4800" noProof="0" dirty="0">
              <a:solidFill>
                <a:srgbClr val="6E5537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854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Breitbild</PresentationFormat>
  <Paragraphs>81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Montserrat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2024-12-04T22:18:59Z</dcterms:created>
  <dcterms:modified xsi:type="dcterms:W3CDTF">2026-02-02T11:58:23Z</dcterms:modified>
</cp:coreProperties>
</file>