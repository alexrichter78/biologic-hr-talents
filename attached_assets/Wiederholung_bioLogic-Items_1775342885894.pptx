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8"/>
  </p:notesMasterIdLst>
  <p:sldIdLst>
    <p:sldId id="356" r:id="rId5"/>
    <p:sldId id="352" r:id="rId6"/>
    <p:sldId id="377" r:id="rId7"/>
    <p:sldId id="378" r:id="rId8"/>
    <p:sldId id="357" r:id="rId9"/>
    <p:sldId id="379" r:id="rId10"/>
    <p:sldId id="358" r:id="rId11"/>
    <p:sldId id="380" r:id="rId12"/>
    <p:sldId id="359" r:id="rId13"/>
    <p:sldId id="381" r:id="rId14"/>
    <p:sldId id="360" r:id="rId15"/>
    <p:sldId id="382" r:id="rId16"/>
    <p:sldId id="361" r:id="rId17"/>
    <p:sldId id="383" r:id="rId18"/>
    <p:sldId id="362" r:id="rId19"/>
    <p:sldId id="384" r:id="rId20"/>
    <p:sldId id="363" r:id="rId21"/>
    <p:sldId id="385" r:id="rId22"/>
    <p:sldId id="364" r:id="rId23"/>
    <p:sldId id="386" r:id="rId24"/>
    <p:sldId id="365" r:id="rId25"/>
    <p:sldId id="387" r:id="rId26"/>
    <p:sldId id="366" r:id="rId27"/>
    <p:sldId id="388" r:id="rId28"/>
    <p:sldId id="367" r:id="rId29"/>
    <p:sldId id="389" r:id="rId30"/>
    <p:sldId id="368" r:id="rId31"/>
    <p:sldId id="390" r:id="rId32"/>
    <p:sldId id="369" r:id="rId33"/>
    <p:sldId id="391" r:id="rId34"/>
    <p:sldId id="370" r:id="rId35"/>
    <p:sldId id="392" r:id="rId36"/>
    <p:sldId id="371" r:id="rId37"/>
    <p:sldId id="393" r:id="rId38"/>
    <p:sldId id="372" r:id="rId39"/>
    <p:sldId id="394" r:id="rId40"/>
    <p:sldId id="373" r:id="rId41"/>
    <p:sldId id="395" r:id="rId42"/>
    <p:sldId id="374" r:id="rId43"/>
    <p:sldId id="396" r:id="rId44"/>
    <p:sldId id="375" r:id="rId45"/>
    <p:sldId id="397" r:id="rId46"/>
    <p:sldId id="376" r:id="rId47"/>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5537"/>
    <a:srgbClr val="005191"/>
    <a:srgbClr val="707072"/>
    <a:srgbClr val="D4CABE"/>
    <a:srgbClr val="BFBFBF"/>
    <a:srgbClr val="ED8001"/>
    <a:srgbClr val="A5022D"/>
    <a:srgbClr val="E8DED3"/>
    <a:srgbClr val="7F7F7F"/>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6" autoAdjust="0"/>
    <p:restoredTop sz="81173" autoAdjust="0"/>
  </p:normalViewPr>
  <p:slideViewPr>
    <p:cSldViewPr snapToGrid="0" showGuides="1">
      <p:cViewPr varScale="1">
        <p:scale>
          <a:sx n="105" d="100"/>
          <a:sy n="105" d="100"/>
        </p:scale>
        <p:origin x="114" y="552"/>
      </p:cViewPr>
      <p:guideLst>
        <p:guide orient="horz" pos="2160"/>
        <p:guide pos="3840"/>
      </p:guideLst>
    </p:cSldViewPr>
  </p:slideViewPr>
  <p:notesTextViewPr>
    <p:cViewPr>
      <p:scale>
        <a:sx n="1" d="1"/>
        <a:sy n="1" d="1"/>
      </p:scale>
      <p:origin x="0" y="0"/>
    </p:cViewPr>
  </p:notesTextViewPr>
  <p:notesViewPr>
    <p:cSldViewPr snapToGrid="0">
      <p:cViewPr varScale="1">
        <p:scale>
          <a:sx n="98" d="100"/>
          <a:sy n="98" d="100"/>
        </p:scale>
        <p:origin x="345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4FB717-53E1-4652-B42A-40021607A1F0}" type="datetimeFigureOut">
              <a:rPr lang="en-PK" smtClean="0"/>
              <a:t>10/11/2024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D64DFF-ED96-4A58-9F15-75FD38243EF2}" type="slidenum">
              <a:rPr lang="en-PK" smtClean="0"/>
              <a:t>‹Nr.›</a:t>
            </a:fld>
            <a:endParaRPr lang="en-PK"/>
          </a:p>
        </p:txBody>
      </p:sp>
    </p:spTree>
    <p:extLst>
      <p:ext uri="{BB962C8B-B14F-4D97-AF65-F5344CB8AC3E}">
        <p14:creationId xmlns:p14="http://schemas.microsoft.com/office/powerpoint/2010/main" val="890273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dirty="0"/>
              <a:t>Willkommen zum ersten Teil des Onlinekurses der bioLogic-Methode. Mein Name ist Alexander Richter, und ich möchte dir in diesem Kurs ein </a:t>
            </a:r>
            <a:r>
              <a:rPr lang="de-DE" sz="1200" b="1" dirty="0"/>
              <a:t>kompaktes, praxisorientiertes Wissen Rund um das Thema "Selbstkenntnis„ </a:t>
            </a:r>
            <a:r>
              <a:rPr lang="de-DE" sz="1200" b="0" kern="1200" dirty="0">
                <a:solidFill>
                  <a:schemeClr val="tx1"/>
                </a:solidFill>
                <a:latin typeface="+mn-lt"/>
                <a:ea typeface="+mn-ea"/>
                <a:cs typeface="+mn-cs"/>
              </a:rPr>
              <a:t>geben, welches </a:t>
            </a:r>
            <a:r>
              <a:rPr lang="de-DE" sz="1200" b="0" dirty="0"/>
              <a:t>du einfach und vor allem nachhaltig in dein berufliches- und privates Leben integrieren kannst. </a:t>
            </a:r>
          </a:p>
          <a:p>
            <a:endParaRPr lang="de-DE" sz="1200" b="0" dirty="0"/>
          </a:p>
          <a:p>
            <a:r>
              <a:rPr lang="de-DE" sz="1200" b="0" dirty="0"/>
              <a:t>Nach Abschluss dieses Kurses wirst du </a:t>
            </a:r>
            <a:r>
              <a:rPr lang="de-DE" sz="1200" b="1" dirty="0"/>
              <a:t>unter anderem folgende Fähigkeiten </a:t>
            </a:r>
            <a:r>
              <a:rPr lang="de-DE" sz="1200" b="0" dirty="0"/>
              <a:t>erlangt haben:</a:t>
            </a:r>
          </a:p>
          <a:p>
            <a:endParaRPr lang="de-DE" sz="1200" b="0" dirty="0"/>
          </a:p>
          <a:p>
            <a:pPr marL="171450" indent="-171450">
              <a:buFont typeface="Arial" panose="020B0604020202020204" pitchFamily="34" charset="0"/>
              <a:buChar char="•"/>
            </a:pPr>
            <a:r>
              <a:rPr lang="de-DE" sz="1200" b="0" dirty="0"/>
              <a:t>Du wirst deine authentische Persönlichkeit besser verstehen und gezielt fördern können. Hier kannst du bewusste Entscheidungen treffen, die deinem Verständnis von Erfolg entsprechen.</a:t>
            </a:r>
          </a:p>
          <a:p>
            <a:pPr marL="171450" indent="-171450">
              <a:buFont typeface="Arial" panose="020B0604020202020204" pitchFamily="34" charset="0"/>
              <a:buChar char="•"/>
            </a:pPr>
            <a:r>
              <a:rPr lang="de-DE" sz="1200" b="0" dirty="0"/>
              <a:t>In Gesprächen, insbesondere in anspruchsvollen und kniffligen Situationen, wirst du eine positive Wirkung erzielen.</a:t>
            </a:r>
          </a:p>
          <a:p>
            <a:pPr marL="171450" indent="-171450">
              <a:buFont typeface="Arial" panose="020B0604020202020204" pitchFamily="34" charset="0"/>
              <a:buChar char="•"/>
            </a:pPr>
            <a:r>
              <a:rPr lang="de-DE" sz="1200" b="0" dirty="0"/>
              <a:t>Du wirst das Thema Stress aus einem neuen Blickwinkel betrachten und nicht mehr ausschließlich als negativen Effekt wahrnehmen.</a:t>
            </a:r>
          </a:p>
          <a:p>
            <a:endParaRPr lang="de-DE" sz="1200" b="0" dirty="0"/>
          </a:p>
          <a:p>
            <a:r>
              <a:rPr lang="de-DE" sz="1200" b="0" dirty="0"/>
              <a:t>… Aber das ist nicht alles. Es gibt noch viel mehr zu lernen!</a:t>
            </a:r>
          </a:p>
          <a:p>
            <a:endParaRPr lang="de-DE" sz="1200" b="0" dirty="0"/>
          </a:p>
          <a:p>
            <a:r>
              <a:rPr lang="de-DE" sz="1200" b="0" dirty="0"/>
              <a:t>Bevor du nun aber mit dem Kurs fortfährst, empfehlen wir dir, deine persönliche bioLogic-Auswertung, den </a:t>
            </a:r>
            <a:r>
              <a:rPr lang="de-DE" sz="1200" b="0" dirty="0" err="1"/>
              <a:t>bioLogic-bioCheck</a:t>
            </a:r>
            <a:r>
              <a:rPr lang="de-DE" sz="1200" b="0" dirty="0"/>
              <a:t>, zur Hand zu nehmen und aufmerksam durchzulesen. Nur so kannst du die Inhalte dieses Kurses optimal auf dich persönlich abstimmen und das bioLogic-Wissen sofort in die Praxis umsetzen!</a:t>
            </a:r>
            <a:endParaRPr lang="de-DE" sz="1200" b="0" dirty="0">
              <a:solidFill>
                <a:srgbClr val="C00000"/>
              </a:solidFill>
            </a:endParaRPr>
          </a:p>
          <a:p>
            <a:endParaRPr lang="de-DE" dirty="0"/>
          </a:p>
        </p:txBody>
      </p:sp>
      <p:sp>
        <p:nvSpPr>
          <p:cNvPr id="4" name="Foliennummernplatzhalter 3"/>
          <p:cNvSpPr>
            <a:spLocks noGrp="1"/>
          </p:cNvSpPr>
          <p:nvPr>
            <p:ph type="sldNum" sz="quarter" idx="5"/>
          </p:nvPr>
        </p:nvSpPr>
        <p:spPr/>
        <p:txBody>
          <a:bodyPr/>
          <a:lstStyle/>
          <a:p>
            <a:fld id="{C7D64DFF-ED96-4A58-9F15-75FD38243EF2}" type="slidenum">
              <a:rPr lang="en-PK" smtClean="0"/>
              <a:t>1</a:t>
            </a:fld>
            <a:endParaRPr lang="en-PK"/>
          </a:p>
        </p:txBody>
      </p:sp>
    </p:spTree>
    <p:extLst>
      <p:ext uri="{BB962C8B-B14F-4D97-AF65-F5344CB8AC3E}">
        <p14:creationId xmlns:p14="http://schemas.microsoft.com/office/powerpoint/2010/main" val="1991108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p:cNvSpPr>
            <a:spLocks noGrp="1"/>
          </p:cNvSpPr>
          <p:nvPr>
            <p:ph type="sldNum" sz="quarter" idx="5"/>
          </p:nvPr>
        </p:nvSpPr>
        <p:spPr/>
        <p:txBody>
          <a:bodyPr/>
          <a:lstStyle/>
          <a:p>
            <a:fld id="{C7D64DFF-ED96-4A58-9F15-75FD38243EF2}" type="slidenum">
              <a:rPr lang="en-PK" smtClean="0"/>
              <a:t>2</a:t>
            </a:fld>
            <a:endParaRPr lang="en-PK"/>
          </a:p>
        </p:txBody>
      </p:sp>
    </p:spTree>
    <p:extLst>
      <p:ext uri="{BB962C8B-B14F-4D97-AF65-F5344CB8AC3E}">
        <p14:creationId xmlns:p14="http://schemas.microsoft.com/office/powerpoint/2010/main" val="2532314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93D98-81EC-2FB0-7F9F-B432EE6F834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682409A-FC29-115D-D387-D0BA232F9C6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F37C8A0-5F3E-23C5-7813-B74D864E389C}"/>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F3BA7B8D-4EE1-BD74-D5BF-3BD66DC744AC}"/>
              </a:ext>
            </a:extLst>
          </p:cNvPr>
          <p:cNvSpPr>
            <a:spLocks noGrp="1"/>
          </p:cNvSpPr>
          <p:nvPr>
            <p:ph type="sldNum" sz="quarter" idx="5"/>
          </p:nvPr>
        </p:nvSpPr>
        <p:spPr/>
        <p:txBody>
          <a:bodyPr/>
          <a:lstStyle/>
          <a:p>
            <a:fld id="{C7D64DFF-ED96-4A58-9F15-75FD38243EF2}" type="slidenum">
              <a:rPr lang="en-PK" smtClean="0"/>
              <a:t>3</a:t>
            </a:fld>
            <a:endParaRPr lang="en-PK"/>
          </a:p>
        </p:txBody>
      </p:sp>
    </p:spTree>
    <p:extLst>
      <p:ext uri="{BB962C8B-B14F-4D97-AF65-F5344CB8AC3E}">
        <p14:creationId xmlns:p14="http://schemas.microsoft.com/office/powerpoint/2010/main" val="2077982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7D25A-00A7-DEFD-B235-10DEFEAFF26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5A8F229-E17F-4322-3424-6186DC5AD3E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C74DF66-7788-E0E9-4FEB-CAAB7B1097A9}"/>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7D287A5D-B23D-E7D0-B78F-8319F8E62AD1}"/>
              </a:ext>
            </a:extLst>
          </p:cNvPr>
          <p:cNvSpPr>
            <a:spLocks noGrp="1"/>
          </p:cNvSpPr>
          <p:nvPr>
            <p:ph type="sldNum" sz="quarter" idx="5"/>
          </p:nvPr>
        </p:nvSpPr>
        <p:spPr/>
        <p:txBody>
          <a:bodyPr/>
          <a:lstStyle/>
          <a:p>
            <a:fld id="{C7D64DFF-ED96-4A58-9F15-75FD38243EF2}" type="slidenum">
              <a:rPr lang="en-PK" smtClean="0"/>
              <a:t>4</a:t>
            </a:fld>
            <a:endParaRPr lang="en-PK"/>
          </a:p>
        </p:txBody>
      </p:sp>
    </p:spTree>
    <p:extLst>
      <p:ext uri="{BB962C8B-B14F-4D97-AF65-F5344CB8AC3E}">
        <p14:creationId xmlns:p14="http://schemas.microsoft.com/office/powerpoint/2010/main" val="4070252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2BB87-2753-7B1B-CA5D-D15BB71DC94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94D3230-157F-9F92-F2AF-F50AE1DE136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5BE2179-0EFA-29F0-EE39-71B29F4DB34A}"/>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Jemand, der Freude an Geselligkeit hat und leicht Kontakte knüpft, weist tendenziell eine hohe 'Gelb'-Komponente auf. Dies kann auf ein stark ausgeprägtes Bedürfnis nach Anschluss und Zugehörigkeit zurückgeführt werden. </a:t>
            </a:r>
            <a:endParaRPr lang="de-DE" dirty="0"/>
          </a:p>
        </p:txBody>
      </p:sp>
      <p:sp>
        <p:nvSpPr>
          <p:cNvPr id="4" name="Foliennummernplatzhalter 3">
            <a:extLst>
              <a:ext uri="{FF2B5EF4-FFF2-40B4-BE49-F238E27FC236}">
                <a16:creationId xmlns:a16="http://schemas.microsoft.com/office/drawing/2014/main" id="{D96E7FC6-AB8E-805F-3EAD-097D0DDEEC45}"/>
              </a:ext>
            </a:extLst>
          </p:cNvPr>
          <p:cNvSpPr>
            <a:spLocks noGrp="1"/>
          </p:cNvSpPr>
          <p:nvPr>
            <p:ph type="sldNum" sz="quarter" idx="5"/>
          </p:nvPr>
        </p:nvSpPr>
        <p:spPr/>
        <p:txBody>
          <a:bodyPr/>
          <a:lstStyle/>
          <a:p>
            <a:fld id="{C7D64DFF-ED96-4A58-9F15-75FD38243EF2}" type="slidenum">
              <a:rPr lang="en-PK" smtClean="0"/>
              <a:t>5</a:t>
            </a:fld>
            <a:endParaRPr lang="en-PK"/>
          </a:p>
        </p:txBody>
      </p:sp>
    </p:spTree>
    <p:extLst>
      <p:ext uri="{BB962C8B-B14F-4D97-AF65-F5344CB8AC3E}">
        <p14:creationId xmlns:p14="http://schemas.microsoft.com/office/powerpoint/2010/main" val="1680456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E494F-9046-A84D-F316-D20E80F7E48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F2DC3FC-651B-B4B4-FCBF-E9AA1B9DE52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5955B91-A793-A8A8-EC8E-DD6AD9CF3397}"/>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6B79F11A-9B92-E24E-492F-292CDD19EA5D}"/>
              </a:ext>
            </a:extLst>
          </p:cNvPr>
          <p:cNvSpPr>
            <a:spLocks noGrp="1"/>
          </p:cNvSpPr>
          <p:nvPr>
            <p:ph type="sldNum" sz="quarter" idx="5"/>
          </p:nvPr>
        </p:nvSpPr>
        <p:spPr/>
        <p:txBody>
          <a:bodyPr/>
          <a:lstStyle/>
          <a:p>
            <a:fld id="{C7D64DFF-ED96-4A58-9F15-75FD38243EF2}" type="slidenum">
              <a:rPr lang="en-PK" smtClean="0"/>
              <a:t>6</a:t>
            </a:fld>
            <a:endParaRPr lang="en-PK"/>
          </a:p>
        </p:txBody>
      </p:sp>
    </p:spTree>
    <p:extLst>
      <p:ext uri="{BB962C8B-B14F-4D97-AF65-F5344CB8AC3E}">
        <p14:creationId xmlns:p14="http://schemas.microsoft.com/office/powerpoint/2010/main" val="2517290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FAEBE-8CA8-449E-7451-0259FC201CA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0D73197-C749-0355-F281-8E7A2273A7B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20C9B59-9B82-7685-4F51-5E450D06F610}"/>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Menschen mit einer stark ausgeprägten intuitiven Veranlagung sind in der Regel sehr einfühlsam und besitzen die Fähigkeit, sich gut in andere hineinzuversetzen. Sie haben oft ein tiefes Verständnis für die Emotionen und Bedürfnisse anderer und sind in der Lage, subtile Stimmungen und nonverbale Signale wahrzunehmen. </a:t>
            </a:r>
            <a:endParaRPr lang="de-DE" dirty="0"/>
          </a:p>
        </p:txBody>
      </p:sp>
      <p:sp>
        <p:nvSpPr>
          <p:cNvPr id="4" name="Foliennummernplatzhalter 3">
            <a:extLst>
              <a:ext uri="{FF2B5EF4-FFF2-40B4-BE49-F238E27FC236}">
                <a16:creationId xmlns:a16="http://schemas.microsoft.com/office/drawing/2014/main" id="{3F239BE2-AE03-3F57-2CC6-B9351BE7E981}"/>
              </a:ext>
            </a:extLst>
          </p:cNvPr>
          <p:cNvSpPr>
            <a:spLocks noGrp="1"/>
          </p:cNvSpPr>
          <p:nvPr>
            <p:ph type="sldNum" sz="quarter" idx="5"/>
          </p:nvPr>
        </p:nvSpPr>
        <p:spPr/>
        <p:txBody>
          <a:bodyPr/>
          <a:lstStyle/>
          <a:p>
            <a:fld id="{C7D64DFF-ED96-4A58-9F15-75FD38243EF2}" type="slidenum">
              <a:rPr lang="en-PK" smtClean="0"/>
              <a:t>7</a:t>
            </a:fld>
            <a:endParaRPr lang="en-PK"/>
          </a:p>
        </p:txBody>
      </p:sp>
    </p:spTree>
    <p:extLst>
      <p:ext uri="{BB962C8B-B14F-4D97-AF65-F5344CB8AC3E}">
        <p14:creationId xmlns:p14="http://schemas.microsoft.com/office/powerpoint/2010/main" val="1519045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C1810-125E-0828-47AC-9938E904FC3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8E8A1AD-5F8B-C97F-ABFA-03010264D1C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BBACC28-17BF-5740-6627-59AE80E37D01}"/>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D63BC5AC-6350-A48D-D3E3-D003DA865D46}"/>
              </a:ext>
            </a:extLst>
          </p:cNvPr>
          <p:cNvSpPr>
            <a:spLocks noGrp="1"/>
          </p:cNvSpPr>
          <p:nvPr>
            <p:ph type="sldNum" sz="quarter" idx="5"/>
          </p:nvPr>
        </p:nvSpPr>
        <p:spPr/>
        <p:txBody>
          <a:bodyPr/>
          <a:lstStyle/>
          <a:p>
            <a:fld id="{C7D64DFF-ED96-4A58-9F15-75FD38243EF2}" type="slidenum">
              <a:rPr lang="en-PK" smtClean="0"/>
              <a:t>8</a:t>
            </a:fld>
            <a:endParaRPr lang="en-PK"/>
          </a:p>
        </p:txBody>
      </p:sp>
    </p:spTree>
    <p:extLst>
      <p:ext uri="{BB962C8B-B14F-4D97-AF65-F5344CB8AC3E}">
        <p14:creationId xmlns:p14="http://schemas.microsoft.com/office/powerpoint/2010/main" val="3993624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FA6A7-0B11-6EEB-7295-608E4187681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2AEC25B-D787-A1E1-A852-D7732402241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A88188B-F64F-C5C9-273F-EE221E02CF1D}"/>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Menschen mit einer stark ausgeprägten Blau-Komponente zeichnen sich oft durch hohe Disziplin, Perfektionismus und Leistungsbereitschaft aus. Ihr Hauptantrieb ist es, persönliche Bestleistungen zu erzielen und sich selbst zu übertreffen. Im Gegensatz dazu tendieren Personen mit einer dominanten Rot-Komponente ebenfalls zur Leistungsbereitschaft, jedoch dient hier die Leistung eher als Mittel zum Zweck. Ihr Hauptziel ist es, andere zu dominieren oder ihre Macht zu vergrößern, wobei Leistung als Werkzeug für diese Ziele dient.</a:t>
            </a:r>
            <a:endParaRPr lang="de-DE" dirty="0"/>
          </a:p>
          <a:p>
            <a:endParaRPr lang="de-DE" dirty="0"/>
          </a:p>
        </p:txBody>
      </p:sp>
      <p:sp>
        <p:nvSpPr>
          <p:cNvPr id="4" name="Foliennummernplatzhalter 3">
            <a:extLst>
              <a:ext uri="{FF2B5EF4-FFF2-40B4-BE49-F238E27FC236}">
                <a16:creationId xmlns:a16="http://schemas.microsoft.com/office/drawing/2014/main" id="{53F9529C-ACF7-947F-883B-DDDA1A0159AA}"/>
              </a:ext>
            </a:extLst>
          </p:cNvPr>
          <p:cNvSpPr>
            <a:spLocks noGrp="1"/>
          </p:cNvSpPr>
          <p:nvPr>
            <p:ph type="sldNum" sz="quarter" idx="5"/>
          </p:nvPr>
        </p:nvSpPr>
        <p:spPr/>
        <p:txBody>
          <a:bodyPr/>
          <a:lstStyle/>
          <a:p>
            <a:fld id="{C7D64DFF-ED96-4A58-9F15-75FD38243EF2}" type="slidenum">
              <a:rPr lang="en-PK" smtClean="0"/>
              <a:t>9</a:t>
            </a:fld>
            <a:endParaRPr lang="en-PK"/>
          </a:p>
        </p:txBody>
      </p:sp>
    </p:spTree>
    <p:extLst>
      <p:ext uri="{BB962C8B-B14F-4D97-AF65-F5344CB8AC3E}">
        <p14:creationId xmlns:p14="http://schemas.microsoft.com/office/powerpoint/2010/main" val="39007947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8FEF0-5BF8-5F8B-6FE8-628B5D00E5D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666A326-B053-8329-3911-C86F95C0D81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895F233-7CBA-9EA6-B079-4C46960949A4}"/>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4EC08998-A33F-7E3D-26F9-B9539E163FC9}"/>
              </a:ext>
            </a:extLst>
          </p:cNvPr>
          <p:cNvSpPr>
            <a:spLocks noGrp="1"/>
          </p:cNvSpPr>
          <p:nvPr>
            <p:ph type="sldNum" sz="quarter" idx="5"/>
          </p:nvPr>
        </p:nvSpPr>
        <p:spPr/>
        <p:txBody>
          <a:bodyPr/>
          <a:lstStyle/>
          <a:p>
            <a:fld id="{C7D64DFF-ED96-4A58-9F15-75FD38243EF2}" type="slidenum">
              <a:rPr lang="en-PK" smtClean="0"/>
              <a:t>10</a:t>
            </a:fld>
            <a:endParaRPr lang="en-PK"/>
          </a:p>
        </p:txBody>
      </p:sp>
    </p:spTree>
    <p:extLst>
      <p:ext uri="{BB962C8B-B14F-4D97-AF65-F5344CB8AC3E}">
        <p14:creationId xmlns:p14="http://schemas.microsoft.com/office/powerpoint/2010/main" val="1772618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87E52-F49A-DC1A-686B-FBB8E975400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C297B20-120C-8E8F-4820-CC2266FE15F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E69C1CB-654D-BF79-AC5A-9B2909121E25}"/>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Vor allem stark intuitiv geprägte Menschen neigen aufgrund ihrer kreativen und geselligen </a:t>
            </a:r>
            <a:r>
              <a:rPr lang="de-DE" sz="1200" kern="100" dirty="0" err="1">
                <a:effectLst/>
                <a:latin typeface="Calibri" panose="020F0502020204030204" pitchFamily="34" charset="0"/>
                <a:ea typeface="Calibri" panose="020F0502020204030204" pitchFamily="34" charset="0"/>
                <a:cs typeface="Times New Roman" panose="02020603050405020304" pitchFamily="18" charset="0"/>
              </a:rPr>
              <a:t>Artauch</a:t>
            </a: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 dazu sehr gesprächig zu sein und schweifen dabei im Gespräch auch oft ab. Sie neigen auch dazu "laut zu denken" </a:t>
            </a:r>
          </a:p>
        </p:txBody>
      </p:sp>
      <p:sp>
        <p:nvSpPr>
          <p:cNvPr id="4" name="Foliennummernplatzhalter 3">
            <a:extLst>
              <a:ext uri="{FF2B5EF4-FFF2-40B4-BE49-F238E27FC236}">
                <a16:creationId xmlns:a16="http://schemas.microsoft.com/office/drawing/2014/main" id="{29335DB9-DA1A-F7B5-47DF-E841A9232472}"/>
              </a:ext>
            </a:extLst>
          </p:cNvPr>
          <p:cNvSpPr>
            <a:spLocks noGrp="1"/>
          </p:cNvSpPr>
          <p:nvPr>
            <p:ph type="sldNum" sz="quarter" idx="5"/>
          </p:nvPr>
        </p:nvSpPr>
        <p:spPr/>
        <p:txBody>
          <a:bodyPr/>
          <a:lstStyle/>
          <a:p>
            <a:fld id="{C7D64DFF-ED96-4A58-9F15-75FD38243EF2}" type="slidenum">
              <a:rPr lang="en-PK" smtClean="0"/>
              <a:t>11</a:t>
            </a:fld>
            <a:endParaRPr lang="en-PK"/>
          </a:p>
        </p:txBody>
      </p:sp>
    </p:spTree>
    <p:extLst>
      <p:ext uri="{BB962C8B-B14F-4D97-AF65-F5344CB8AC3E}">
        <p14:creationId xmlns:p14="http://schemas.microsoft.com/office/powerpoint/2010/main" val="210030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F815D-5EDE-7486-CFA1-3A1527F53B1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A4B4727-9FAE-F485-291D-D626AA7B3FA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442FBEC-AD86-D24D-DFCF-9F561A1686C9}"/>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843885C6-EEB8-29C3-DF3B-3C41E25DE723}"/>
              </a:ext>
            </a:extLst>
          </p:cNvPr>
          <p:cNvSpPr>
            <a:spLocks noGrp="1"/>
          </p:cNvSpPr>
          <p:nvPr>
            <p:ph type="sldNum" sz="quarter" idx="5"/>
          </p:nvPr>
        </p:nvSpPr>
        <p:spPr/>
        <p:txBody>
          <a:bodyPr/>
          <a:lstStyle/>
          <a:p>
            <a:fld id="{C7D64DFF-ED96-4A58-9F15-75FD38243EF2}" type="slidenum">
              <a:rPr lang="en-PK" smtClean="0"/>
              <a:t>12</a:t>
            </a:fld>
            <a:endParaRPr lang="en-PK"/>
          </a:p>
        </p:txBody>
      </p:sp>
    </p:spTree>
    <p:extLst>
      <p:ext uri="{BB962C8B-B14F-4D97-AF65-F5344CB8AC3E}">
        <p14:creationId xmlns:p14="http://schemas.microsoft.com/office/powerpoint/2010/main" val="3300006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5E403-A176-E714-A56F-EEA50D57BC2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3338919-7D08-DB57-2672-16030DEEBB5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8BC417A-65B3-B45A-0F12-0B208E2B56A7}"/>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Achte einmal genau darauf, wenn du mit einer impulsiven Persönlichkeit sprichst - Sie treffen häufig Aussagen, wie: ich will das so, mir ist das wichtig. Ihre Verhaltensweisen zeigen eine starke Fokussierung auf Eigeninteressen, die manchmal zu Lasten der Rücksichtnahme auf andere gehen kann</a:t>
            </a:r>
            <a:endParaRPr lang="de-DE" dirty="0"/>
          </a:p>
        </p:txBody>
      </p:sp>
      <p:sp>
        <p:nvSpPr>
          <p:cNvPr id="4" name="Foliennummernplatzhalter 3">
            <a:extLst>
              <a:ext uri="{FF2B5EF4-FFF2-40B4-BE49-F238E27FC236}">
                <a16:creationId xmlns:a16="http://schemas.microsoft.com/office/drawing/2014/main" id="{3DED5E8A-AF9E-3483-A30B-D8B88BF071B1}"/>
              </a:ext>
            </a:extLst>
          </p:cNvPr>
          <p:cNvSpPr>
            <a:spLocks noGrp="1"/>
          </p:cNvSpPr>
          <p:nvPr>
            <p:ph type="sldNum" sz="quarter" idx="5"/>
          </p:nvPr>
        </p:nvSpPr>
        <p:spPr/>
        <p:txBody>
          <a:bodyPr/>
          <a:lstStyle/>
          <a:p>
            <a:fld id="{C7D64DFF-ED96-4A58-9F15-75FD38243EF2}" type="slidenum">
              <a:rPr lang="en-PK" smtClean="0"/>
              <a:t>13</a:t>
            </a:fld>
            <a:endParaRPr lang="en-PK"/>
          </a:p>
        </p:txBody>
      </p:sp>
    </p:spTree>
    <p:extLst>
      <p:ext uri="{BB962C8B-B14F-4D97-AF65-F5344CB8AC3E}">
        <p14:creationId xmlns:p14="http://schemas.microsoft.com/office/powerpoint/2010/main" val="314836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F2942-C409-F0E6-5250-4AEEEFD83C8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6B60D40-A2A0-1734-44E4-081BBBF55E5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652B52F-C7A6-EFA2-4E45-9C40328474C5}"/>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9000AF88-1BEE-BD65-1C6C-066696C1C6FC}"/>
              </a:ext>
            </a:extLst>
          </p:cNvPr>
          <p:cNvSpPr>
            <a:spLocks noGrp="1"/>
          </p:cNvSpPr>
          <p:nvPr>
            <p:ph type="sldNum" sz="quarter" idx="5"/>
          </p:nvPr>
        </p:nvSpPr>
        <p:spPr/>
        <p:txBody>
          <a:bodyPr/>
          <a:lstStyle/>
          <a:p>
            <a:fld id="{C7D64DFF-ED96-4A58-9F15-75FD38243EF2}" type="slidenum">
              <a:rPr lang="en-PK" smtClean="0"/>
              <a:t>14</a:t>
            </a:fld>
            <a:endParaRPr lang="en-PK"/>
          </a:p>
        </p:txBody>
      </p:sp>
    </p:spTree>
    <p:extLst>
      <p:ext uri="{BB962C8B-B14F-4D97-AF65-F5344CB8AC3E}">
        <p14:creationId xmlns:p14="http://schemas.microsoft.com/office/powerpoint/2010/main" val="6198291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2BC79-FDC5-07D4-DD95-C56D6C72AA4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27FE469-E038-B2F6-95E8-915DA979E06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FE5BF23-4D63-8E73-7B66-F72E41A350E9}"/>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Menschen, die eine stark ausgeprägte analytische Komponente besitzen, streben häufig nach Perfektion. Unvollendete Aufgaben oder Dinge, die in ihren Augen nicht perfekt sind, bereiten ihnen oft erhebliche Schwierigkeiten. </a:t>
            </a:r>
          </a:p>
          <a:p>
            <a:pPr marL="0" marR="0" lvl="0" indent="0" algn="l" defTabSz="685891" rtl="0" eaLnBrk="1" fontAlgn="auto" latinLnBrk="0" hangingPunct="1">
              <a:lnSpc>
                <a:spcPct val="115000"/>
              </a:lnSpc>
              <a:spcBef>
                <a:spcPts val="0"/>
              </a:spcBef>
              <a:spcAft>
                <a:spcPts val="800"/>
              </a:spcAft>
              <a:buClrTx/>
              <a:buSzTx/>
              <a:buFontTx/>
              <a:buNone/>
              <a:tabLst/>
              <a:defRPr/>
            </a:pPr>
            <a:endParaRPr lang="de-DE"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liennummernplatzhalter 3">
            <a:extLst>
              <a:ext uri="{FF2B5EF4-FFF2-40B4-BE49-F238E27FC236}">
                <a16:creationId xmlns:a16="http://schemas.microsoft.com/office/drawing/2014/main" id="{DD2BB796-E5DE-2C66-40F6-C1166C00BADC}"/>
              </a:ext>
            </a:extLst>
          </p:cNvPr>
          <p:cNvSpPr>
            <a:spLocks noGrp="1"/>
          </p:cNvSpPr>
          <p:nvPr>
            <p:ph type="sldNum" sz="quarter" idx="5"/>
          </p:nvPr>
        </p:nvSpPr>
        <p:spPr/>
        <p:txBody>
          <a:bodyPr/>
          <a:lstStyle/>
          <a:p>
            <a:fld id="{C7D64DFF-ED96-4A58-9F15-75FD38243EF2}" type="slidenum">
              <a:rPr lang="en-PK" smtClean="0"/>
              <a:t>15</a:t>
            </a:fld>
            <a:endParaRPr lang="en-PK"/>
          </a:p>
        </p:txBody>
      </p:sp>
    </p:spTree>
    <p:extLst>
      <p:ext uri="{BB962C8B-B14F-4D97-AF65-F5344CB8AC3E}">
        <p14:creationId xmlns:p14="http://schemas.microsoft.com/office/powerpoint/2010/main" val="1201883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F6139-525C-2F11-5C3B-86FDA2523A2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29B224B-3B00-C657-9493-DC80BAB5A19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2B17FDB-3E49-8884-CB6E-2869C54E3DB0}"/>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67D910EB-0629-C0FC-266A-456552DEF836}"/>
              </a:ext>
            </a:extLst>
          </p:cNvPr>
          <p:cNvSpPr>
            <a:spLocks noGrp="1"/>
          </p:cNvSpPr>
          <p:nvPr>
            <p:ph type="sldNum" sz="quarter" idx="5"/>
          </p:nvPr>
        </p:nvSpPr>
        <p:spPr/>
        <p:txBody>
          <a:bodyPr/>
          <a:lstStyle/>
          <a:p>
            <a:fld id="{C7D64DFF-ED96-4A58-9F15-75FD38243EF2}" type="slidenum">
              <a:rPr lang="en-PK" smtClean="0"/>
              <a:t>16</a:t>
            </a:fld>
            <a:endParaRPr lang="en-PK"/>
          </a:p>
        </p:txBody>
      </p:sp>
    </p:spTree>
    <p:extLst>
      <p:ext uri="{BB962C8B-B14F-4D97-AF65-F5344CB8AC3E}">
        <p14:creationId xmlns:p14="http://schemas.microsoft.com/office/powerpoint/2010/main" val="3930832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71246-B8AE-80F8-1138-0F093FE6D1F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AA2D20F-33EC-7B98-61B9-CC34BCD488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84DA8AF-5495-A9AD-8FCE-592E88CDA7C7}"/>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Menschen mit einer starken GELB Komponente streben nach einem Gefühl der Sicherheit, sowohl im emotionalen als auch im physischen Sinne, und empfinden ein starkes Bedürfnis nach Zugehörigkeit und Akzeptanz innerhalb ihrer Gemeinschaft oder Gruppe. </a:t>
            </a:r>
            <a:endParaRPr lang="de-DE" dirty="0"/>
          </a:p>
          <a:p>
            <a:endParaRPr lang="de-DE" dirty="0"/>
          </a:p>
        </p:txBody>
      </p:sp>
      <p:sp>
        <p:nvSpPr>
          <p:cNvPr id="4" name="Foliennummernplatzhalter 3">
            <a:extLst>
              <a:ext uri="{FF2B5EF4-FFF2-40B4-BE49-F238E27FC236}">
                <a16:creationId xmlns:a16="http://schemas.microsoft.com/office/drawing/2014/main" id="{C17A8C0A-8C30-3DD8-31F2-4DA24D24945E}"/>
              </a:ext>
            </a:extLst>
          </p:cNvPr>
          <p:cNvSpPr>
            <a:spLocks noGrp="1"/>
          </p:cNvSpPr>
          <p:nvPr>
            <p:ph type="sldNum" sz="quarter" idx="5"/>
          </p:nvPr>
        </p:nvSpPr>
        <p:spPr/>
        <p:txBody>
          <a:bodyPr/>
          <a:lstStyle/>
          <a:p>
            <a:fld id="{C7D64DFF-ED96-4A58-9F15-75FD38243EF2}" type="slidenum">
              <a:rPr lang="en-PK" smtClean="0"/>
              <a:t>17</a:t>
            </a:fld>
            <a:endParaRPr lang="en-PK"/>
          </a:p>
        </p:txBody>
      </p:sp>
    </p:spTree>
    <p:extLst>
      <p:ext uri="{BB962C8B-B14F-4D97-AF65-F5344CB8AC3E}">
        <p14:creationId xmlns:p14="http://schemas.microsoft.com/office/powerpoint/2010/main" val="33255629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2D0A8-9F40-38BC-2D88-8F17A545B4C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A284408-264B-7173-3E95-74A44681136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5373C79-1D37-42BA-3904-ACFC34E6DF53}"/>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9FC50EA0-0730-D7DD-6012-25B0F22266B4}"/>
              </a:ext>
            </a:extLst>
          </p:cNvPr>
          <p:cNvSpPr>
            <a:spLocks noGrp="1"/>
          </p:cNvSpPr>
          <p:nvPr>
            <p:ph type="sldNum" sz="quarter" idx="5"/>
          </p:nvPr>
        </p:nvSpPr>
        <p:spPr/>
        <p:txBody>
          <a:bodyPr/>
          <a:lstStyle/>
          <a:p>
            <a:fld id="{C7D64DFF-ED96-4A58-9F15-75FD38243EF2}" type="slidenum">
              <a:rPr lang="en-PK" smtClean="0"/>
              <a:t>18</a:t>
            </a:fld>
            <a:endParaRPr lang="en-PK"/>
          </a:p>
        </p:txBody>
      </p:sp>
    </p:spTree>
    <p:extLst>
      <p:ext uri="{BB962C8B-B14F-4D97-AF65-F5344CB8AC3E}">
        <p14:creationId xmlns:p14="http://schemas.microsoft.com/office/powerpoint/2010/main" val="20646126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6EADD-D3AF-EA1D-5B74-2F55AB248A7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729BE21-FD07-10F0-C6BC-D61BCC2587F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BF1A976-27E6-30EF-83E6-7CD886C595B7}"/>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Für eine analytisch geprägte Persönlichkeit steht Rationalität natürlich im Vordergrund. Sie neigt dazu, Entscheidungen und Bewertungen auf der Grundlage von Logik und objektiver Analyse zu treffen, wobei emotionale Aspekte oft eine untergeordnete Rolle spielen. </a:t>
            </a:r>
            <a:endParaRPr lang="de-DE" dirty="0"/>
          </a:p>
          <a:p>
            <a:endParaRPr lang="de-DE" dirty="0"/>
          </a:p>
        </p:txBody>
      </p:sp>
      <p:sp>
        <p:nvSpPr>
          <p:cNvPr id="4" name="Foliennummernplatzhalter 3">
            <a:extLst>
              <a:ext uri="{FF2B5EF4-FFF2-40B4-BE49-F238E27FC236}">
                <a16:creationId xmlns:a16="http://schemas.microsoft.com/office/drawing/2014/main" id="{EDB08547-F9C9-3241-CEA5-457B9898EB05}"/>
              </a:ext>
            </a:extLst>
          </p:cNvPr>
          <p:cNvSpPr>
            <a:spLocks noGrp="1"/>
          </p:cNvSpPr>
          <p:nvPr>
            <p:ph type="sldNum" sz="quarter" idx="5"/>
          </p:nvPr>
        </p:nvSpPr>
        <p:spPr/>
        <p:txBody>
          <a:bodyPr/>
          <a:lstStyle/>
          <a:p>
            <a:fld id="{C7D64DFF-ED96-4A58-9F15-75FD38243EF2}" type="slidenum">
              <a:rPr lang="en-PK" smtClean="0"/>
              <a:t>19</a:t>
            </a:fld>
            <a:endParaRPr lang="en-PK"/>
          </a:p>
        </p:txBody>
      </p:sp>
    </p:spTree>
    <p:extLst>
      <p:ext uri="{BB962C8B-B14F-4D97-AF65-F5344CB8AC3E}">
        <p14:creationId xmlns:p14="http://schemas.microsoft.com/office/powerpoint/2010/main" val="23057090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33F64-9041-EC83-1EBE-9933E89D403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7452098-A48C-FB91-BCC4-5F87A0AD0DF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E0C09A3-E8FC-81F3-59EF-74D981DDF589}"/>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47AB4071-B747-4BEB-EAC9-AE3DEA2D0B50}"/>
              </a:ext>
            </a:extLst>
          </p:cNvPr>
          <p:cNvSpPr>
            <a:spLocks noGrp="1"/>
          </p:cNvSpPr>
          <p:nvPr>
            <p:ph type="sldNum" sz="quarter" idx="5"/>
          </p:nvPr>
        </p:nvSpPr>
        <p:spPr/>
        <p:txBody>
          <a:bodyPr/>
          <a:lstStyle/>
          <a:p>
            <a:fld id="{C7D64DFF-ED96-4A58-9F15-75FD38243EF2}" type="slidenum">
              <a:rPr lang="en-PK" smtClean="0"/>
              <a:t>20</a:t>
            </a:fld>
            <a:endParaRPr lang="en-PK"/>
          </a:p>
        </p:txBody>
      </p:sp>
    </p:spTree>
    <p:extLst>
      <p:ext uri="{BB962C8B-B14F-4D97-AF65-F5344CB8AC3E}">
        <p14:creationId xmlns:p14="http://schemas.microsoft.com/office/powerpoint/2010/main" val="21464265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A3A19-F335-AA3F-43B8-F046B619533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6312CA6-8EEE-E4B9-0189-A474DECF6E4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FE4A16D-A18B-C10B-F16F-1E0DDA55A940}"/>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Menschen, die eine starke impulsive Ader aufweisen, neigen häufig dazu, gerne im Mittelpunkt zu stehen und oft den Ton anzugeben. Sie sind charakterisiert durch ihr Bedürfnis, Aufmerksamkeit und Einfluss zu erlangen und eine führende Rolle in Interaktionen einzunehmen. </a:t>
            </a:r>
          </a:p>
          <a:p>
            <a:endParaRPr lang="de-DE" dirty="0"/>
          </a:p>
          <a:p>
            <a:endParaRPr lang="de-DE" dirty="0"/>
          </a:p>
        </p:txBody>
      </p:sp>
      <p:sp>
        <p:nvSpPr>
          <p:cNvPr id="4" name="Foliennummernplatzhalter 3">
            <a:extLst>
              <a:ext uri="{FF2B5EF4-FFF2-40B4-BE49-F238E27FC236}">
                <a16:creationId xmlns:a16="http://schemas.microsoft.com/office/drawing/2014/main" id="{25536B72-E8FE-452F-1673-2E12815E3500}"/>
              </a:ext>
            </a:extLst>
          </p:cNvPr>
          <p:cNvSpPr>
            <a:spLocks noGrp="1"/>
          </p:cNvSpPr>
          <p:nvPr>
            <p:ph type="sldNum" sz="quarter" idx="5"/>
          </p:nvPr>
        </p:nvSpPr>
        <p:spPr/>
        <p:txBody>
          <a:bodyPr/>
          <a:lstStyle/>
          <a:p>
            <a:fld id="{C7D64DFF-ED96-4A58-9F15-75FD38243EF2}" type="slidenum">
              <a:rPr lang="en-PK" smtClean="0"/>
              <a:t>21</a:t>
            </a:fld>
            <a:endParaRPr lang="en-PK"/>
          </a:p>
        </p:txBody>
      </p:sp>
    </p:spTree>
    <p:extLst>
      <p:ext uri="{BB962C8B-B14F-4D97-AF65-F5344CB8AC3E}">
        <p14:creationId xmlns:p14="http://schemas.microsoft.com/office/powerpoint/2010/main" val="2701421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B8675-428E-8487-5AD5-D6C51FAFD12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A1DA198-1021-0E57-859C-7EE652138A7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E19D4C2-C4D9-4FB7-166C-996C6552230D}"/>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2B20B24C-38F5-6645-8C4C-439B0D584850}"/>
              </a:ext>
            </a:extLst>
          </p:cNvPr>
          <p:cNvSpPr>
            <a:spLocks noGrp="1"/>
          </p:cNvSpPr>
          <p:nvPr>
            <p:ph type="sldNum" sz="quarter" idx="5"/>
          </p:nvPr>
        </p:nvSpPr>
        <p:spPr/>
        <p:txBody>
          <a:bodyPr/>
          <a:lstStyle/>
          <a:p>
            <a:fld id="{C7D64DFF-ED96-4A58-9F15-75FD38243EF2}" type="slidenum">
              <a:rPr lang="en-PK" smtClean="0"/>
              <a:t>22</a:t>
            </a:fld>
            <a:endParaRPr lang="en-PK"/>
          </a:p>
        </p:txBody>
      </p:sp>
    </p:spTree>
    <p:extLst>
      <p:ext uri="{BB962C8B-B14F-4D97-AF65-F5344CB8AC3E}">
        <p14:creationId xmlns:p14="http://schemas.microsoft.com/office/powerpoint/2010/main" val="4493461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15B8C-5EF1-3B53-0B86-0D789298AC0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DC5BAC3-303F-4A04-E5C3-153219236D3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6A5028C-9FD0-7A30-C753-E5B31F978BFA}"/>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Stark </a:t>
            </a:r>
            <a:r>
              <a:rPr lang="de-DE" sz="1200" kern="100" dirty="0" err="1">
                <a:effectLst/>
                <a:latin typeface="Calibri" panose="020F0502020204030204" pitchFamily="34" charset="0"/>
                <a:ea typeface="Calibri" panose="020F0502020204030204" pitchFamily="34" charset="0"/>
                <a:cs typeface="Times New Roman" panose="02020603050405020304" pitchFamily="18" charset="0"/>
              </a:rPr>
              <a:t>Intuitv</a:t>
            </a: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 geprägte </a:t>
            </a:r>
            <a:r>
              <a:rPr lang="de-DE" sz="1200" kern="100" dirty="0" err="1">
                <a:effectLst/>
                <a:latin typeface="Calibri" panose="020F0502020204030204" pitchFamily="34" charset="0"/>
                <a:ea typeface="Calibri" panose="020F0502020204030204" pitchFamily="34" charset="0"/>
                <a:cs typeface="Times New Roman" panose="02020603050405020304" pitchFamily="18" charset="0"/>
              </a:rPr>
              <a:t>MEnschen</a:t>
            </a: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 sind sehr einfühlsam und </a:t>
            </a:r>
            <a:r>
              <a:rPr lang="de-DE" sz="1200" kern="100" dirty="0" err="1">
                <a:effectLst/>
                <a:latin typeface="Calibri" panose="020F0502020204030204" pitchFamily="34" charset="0"/>
                <a:ea typeface="Calibri" panose="020F0502020204030204" pitchFamily="34" charset="0"/>
                <a:cs typeface="Times New Roman" panose="02020603050405020304" pitchFamily="18" charset="0"/>
              </a:rPr>
              <a:t>herzlichFür</a:t>
            </a: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 sie hat Harmonie einen hohen Stellenwert, da sie bestrebt sind, ein friedvolles und ausgewogenes Umfeld zu schaffen.  - Konflikte sind für sie schwer auszuhalten.</a:t>
            </a:r>
            <a:endParaRPr lang="de-DE" dirty="0"/>
          </a:p>
          <a:p>
            <a:endParaRPr lang="de-DE" dirty="0"/>
          </a:p>
        </p:txBody>
      </p:sp>
      <p:sp>
        <p:nvSpPr>
          <p:cNvPr id="4" name="Foliennummernplatzhalter 3">
            <a:extLst>
              <a:ext uri="{FF2B5EF4-FFF2-40B4-BE49-F238E27FC236}">
                <a16:creationId xmlns:a16="http://schemas.microsoft.com/office/drawing/2014/main" id="{881BCC26-9820-B2BB-71D5-18C8CFC89E14}"/>
              </a:ext>
            </a:extLst>
          </p:cNvPr>
          <p:cNvSpPr>
            <a:spLocks noGrp="1"/>
          </p:cNvSpPr>
          <p:nvPr>
            <p:ph type="sldNum" sz="quarter" idx="5"/>
          </p:nvPr>
        </p:nvSpPr>
        <p:spPr/>
        <p:txBody>
          <a:bodyPr/>
          <a:lstStyle/>
          <a:p>
            <a:fld id="{C7D64DFF-ED96-4A58-9F15-75FD38243EF2}" type="slidenum">
              <a:rPr lang="en-PK" smtClean="0"/>
              <a:t>23</a:t>
            </a:fld>
            <a:endParaRPr lang="en-PK"/>
          </a:p>
        </p:txBody>
      </p:sp>
    </p:spTree>
    <p:extLst>
      <p:ext uri="{BB962C8B-B14F-4D97-AF65-F5344CB8AC3E}">
        <p14:creationId xmlns:p14="http://schemas.microsoft.com/office/powerpoint/2010/main" val="27464966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B5B9F-1483-947D-65D6-9AB6F7333CC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B51ADE4-D269-348B-3932-1D5A00B42A9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54B8686-005C-2D4C-C38C-341BA0930EB4}"/>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15E90198-057B-F6DC-63C4-65331084B12A}"/>
              </a:ext>
            </a:extLst>
          </p:cNvPr>
          <p:cNvSpPr>
            <a:spLocks noGrp="1"/>
          </p:cNvSpPr>
          <p:nvPr>
            <p:ph type="sldNum" sz="quarter" idx="5"/>
          </p:nvPr>
        </p:nvSpPr>
        <p:spPr/>
        <p:txBody>
          <a:bodyPr/>
          <a:lstStyle/>
          <a:p>
            <a:fld id="{C7D64DFF-ED96-4A58-9F15-75FD38243EF2}" type="slidenum">
              <a:rPr lang="en-PK" smtClean="0"/>
              <a:t>24</a:t>
            </a:fld>
            <a:endParaRPr lang="en-PK"/>
          </a:p>
        </p:txBody>
      </p:sp>
    </p:spTree>
    <p:extLst>
      <p:ext uri="{BB962C8B-B14F-4D97-AF65-F5344CB8AC3E}">
        <p14:creationId xmlns:p14="http://schemas.microsoft.com/office/powerpoint/2010/main" val="11962365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2CF86-9484-06C9-0397-A3E331E10F6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3C5236D-22EF-2061-5DF6-ABF6FD338E9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730E305-EB0B-687A-B768-74314C32E86B}"/>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Durch ihre Denkweise sind stark </a:t>
            </a:r>
            <a:r>
              <a:rPr lang="de-DE" sz="1200" kern="100" dirty="0" err="1">
                <a:effectLst/>
                <a:latin typeface="Calibri" panose="020F0502020204030204" pitchFamily="34" charset="0"/>
                <a:ea typeface="Calibri" panose="020F0502020204030204" pitchFamily="34" charset="0"/>
                <a:cs typeface="Times New Roman" panose="02020603050405020304" pitchFamily="18" charset="0"/>
              </a:rPr>
              <a:t>anaytische</a:t>
            </a: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 </a:t>
            </a:r>
            <a:r>
              <a:rPr lang="de-DE" sz="1200" kern="100" dirty="0" err="1">
                <a:effectLst/>
                <a:latin typeface="Calibri" panose="020F0502020204030204" pitchFamily="34" charset="0"/>
                <a:ea typeface="Calibri" panose="020F0502020204030204" pitchFamily="34" charset="0"/>
                <a:cs typeface="Times New Roman" panose="02020603050405020304" pitchFamily="18" charset="0"/>
              </a:rPr>
              <a:t>Mesnchen</a:t>
            </a: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 tendenziell zukunftsorientiert. Sie planen im Voraus, antizipieren mögliche Szenarien und treffen Entscheidungen, die ihre langfristigen Ziele und Visionen berücksichtigen.</a:t>
            </a:r>
            <a:endParaRPr lang="de-DE" dirty="0"/>
          </a:p>
          <a:p>
            <a:endParaRPr lang="de-DE" dirty="0"/>
          </a:p>
        </p:txBody>
      </p:sp>
      <p:sp>
        <p:nvSpPr>
          <p:cNvPr id="4" name="Foliennummernplatzhalter 3">
            <a:extLst>
              <a:ext uri="{FF2B5EF4-FFF2-40B4-BE49-F238E27FC236}">
                <a16:creationId xmlns:a16="http://schemas.microsoft.com/office/drawing/2014/main" id="{74AEE129-BFFD-DDEF-CF7B-71DA4F7A250F}"/>
              </a:ext>
            </a:extLst>
          </p:cNvPr>
          <p:cNvSpPr>
            <a:spLocks noGrp="1"/>
          </p:cNvSpPr>
          <p:nvPr>
            <p:ph type="sldNum" sz="quarter" idx="5"/>
          </p:nvPr>
        </p:nvSpPr>
        <p:spPr/>
        <p:txBody>
          <a:bodyPr/>
          <a:lstStyle/>
          <a:p>
            <a:fld id="{C7D64DFF-ED96-4A58-9F15-75FD38243EF2}" type="slidenum">
              <a:rPr lang="en-PK" smtClean="0"/>
              <a:t>25</a:t>
            </a:fld>
            <a:endParaRPr lang="en-PK"/>
          </a:p>
        </p:txBody>
      </p:sp>
    </p:spTree>
    <p:extLst>
      <p:ext uri="{BB962C8B-B14F-4D97-AF65-F5344CB8AC3E}">
        <p14:creationId xmlns:p14="http://schemas.microsoft.com/office/powerpoint/2010/main" val="12268327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6C8CA-524A-921F-2DE6-E84204D5573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B9C31CD-0417-D3C7-58C8-1F5EDC6FEEC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EFD5282-56FC-3394-97E4-E2116B6D8EC2}"/>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5F2E3BBF-9086-8D66-BE38-874D568C4F34}"/>
              </a:ext>
            </a:extLst>
          </p:cNvPr>
          <p:cNvSpPr>
            <a:spLocks noGrp="1"/>
          </p:cNvSpPr>
          <p:nvPr>
            <p:ph type="sldNum" sz="quarter" idx="5"/>
          </p:nvPr>
        </p:nvSpPr>
        <p:spPr/>
        <p:txBody>
          <a:bodyPr/>
          <a:lstStyle/>
          <a:p>
            <a:fld id="{C7D64DFF-ED96-4A58-9F15-75FD38243EF2}" type="slidenum">
              <a:rPr lang="en-PK" smtClean="0"/>
              <a:t>26</a:t>
            </a:fld>
            <a:endParaRPr lang="en-PK"/>
          </a:p>
        </p:txBody>
      </p:sp>
    </p:spTree>
    <p:extLst>
      <p:ext uri="{BB962C8B-B14F-4D97-AF65-F5344CB8AC3E}">
        <p14:creationId xmlns:p14="http://schemas.microsoft.com/office/powerpoint/2010/main" val="20507130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72036-FECE-E4B1-9A53-C5A3A3AD208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4EB1805-F6CD-8694-294F-6FFA11249E3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5566136-F402-4D26-1564-28C33EBF8FD7}"/>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Typisch für eine Persönlichkeit mit einer stark ausgeprägten 'roten' Komponente ist ihre direkte und unmissverständliche Kommunikationsweise.  Sie sagt was sie denkt, auch wenn das nicht immer jedem gefällt.</a:t>
            </a:r>
            <a:endParaRPr lang="de-DE" dirty="0"/>
          </a:p>
          <a:p>
            <a:endParaRPr lang="de-DE" dirty="0"/>
          </a:p>
        </p:txBody>
      </p:sp>
      <p:sp>
        <p:nvSpPr>
          <p:cNvPr id="4" name="Foliennummernplatzhalter 3">
            <a:extLst>
              <a:ext uri="{FF2B5EF4-FFF2-40B4-BE49-F238E27FC236}">
                <a16:creationId xmlns:a16="http://schemas.microsoft.com/office/drawing/2014/main" id="{019A7018-4706-7428-8F6D-D653C10B3207}"/>
              </a:ext>
            </a:extLst>
          </p:cNvPr>
          <p:cNvSpPr>
            <a:spLocks noGrp="1"/>
          </p:cNvSpPr>
          <p:nvPr>
            <p:ph type="sldNum" sz="quarter" idx="5"/>
          </p:nvPr>
        </p:nvSpPr>
        <p:spPr/>
        <p:txBody>
          <a:bodyPr/>
          <a:lstStyle/>
          <a:p>
            <a:fld id="{C7D64DFF-ED96-4A58-9F15-75FD38243EF2}" type="slidenum">
              <a:rPr lang="en-PK" smtClean="0"/>
              <a:t>27</a:t>
            </a:fld>
            <a:endParaRPr lang="en-PK"/>
          </a:p>
        </p:txBody>
      </p:sp>
    </p:spTree>
    <p:extLst>
      <p:ext uri="{BB962C8B-B14F-4D97-AF65-F5344CB8AC3E}">
        <p14:creationId xmlns:p14="http://schemas.microsoft.com/office/powerpoint/2010/main" val="11411502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DBC7E-7B6E-0DCF-F307-C865A41F4FF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CAF26D2-CC00-E4E4-95C9-46694990585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CA1B80A-121A-45DA-FE84-377F5E16CAC7}"/>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8D77F104-E35A-05BF-9395-0562B6CF27E6}"/>
              </a:ext>
            </a:extLst>
          </p:cNvPr>
          <p:cNvSpPr>
            <a:spLocks noGrp="1"/>
          </p:cNvSpPr>
          <p:nvPr>
            <p:ph type="sldNum" sz="quarter" idx="5"/>
          </p:nvPr>
        </p:nvSpPr>
        <p:spPr/>
        <p:txBody>
          <a:bodyPr/>
          <a:lstStyle/>
          <a:p>
            <a:fld id="{C7D64DFF-ED96-4A58-9F15-75FD38243EF2}" type="slidenum">
              <a:rPr lang="en-PK" smtClean="0"/>
              <a:t>28</a:t>
            </a:fld>
            <a:endParaRPr lang="en-PK"/>
          </a:p>
        </p:txBody>
      </p:sp>
    </p:spTree>
    <p:extLst>
      <p:ext uri="{BB962C8B-B14F-4D97-AF65-F5344CB8AC3E}">
        <p14:creationId xmlns:p14="http://schemas.microsoft.com/office/powerpoint/2010/main" val="2315004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6F785-C8A4-7B42-0BF5-F35FDB59EE3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DA605C4-8FD6-93A3-B060-A45982D0104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F317F71-27FB-B400-16C1-7DB1AE0F8516}"/>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Eine praxis- und lösungsorientierte Denk- und Handlungsweise sind </a:t>
            </a:r>
            <a:r>
              <a:rPr lang="de-DE" sz="1200" kern="100" dirty="0" err="1">
                <a:effectLst/>
                <a:latin typeface="Calibri" panose="020F0502020204030204" pitchFamily="34" charset="0"/>
                <a:ea typeface="Calibri" panose="020F0502020204030204" pitchFamily="34" charset="0"/>
                <a:cs typeface="Times New Roman" panose="02020603050405020304" pitchFamily="18" charset="0"/>
              </a:rPr>
              <a:t>typsich</a:t>
            </a: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 für eine stark </a:t>
            </a:r>
            <a:r>
              <a:rPr lang="de-DE" sz="1200" kern="100" dirty="0" err="1">
                <a:effectLst/>
                <a:latin typeface="Calibri" panose="020F0502020204030204" pitchFamily="34" charset="0"/>
                <a:ea typeface="Calibri" panose="020F0502020204030204" pitchFamily="34" charset="0"/>
                <a:cs typeface="Times New Roman" panose="02020603050405020304" pitchFamily="18" charset="0"/>
              </a:rPr>
              <a:t>impulisve</a:t>
            </a: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 </a:t>
            </a:r>
            <a:r>
              <a:rPr lang="de-DE" sz="1200" kern="100" dirty="0" err="1">
                <a:effectLst/>
                <a:latin typeface="Calibri" panose="020F0502020204030204" pitchFamily="34" charset="0"/>
                <a:ea typeface="Calibri" panose="020F0502020204030204" pitchFamily="34" charset="0"/>
                <a:cs typeface="Times New Roman" panose="02020603050405020304" pitchFamily="18" charset="0"/>
              </a:rPr>
              <a:t>persönlchkeit</a:t>
            </a: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 Sie agieren in der Regel initiativ und zielorientiert, mit einem Fokus auf konkreten und praktischen Ergebnissen</a:t>
            </a:r>
            <a:endParaRPr lang="de-DE" dirty="0"/>
          </a:p>
          <a:p>
            <a:endParaRPr lang="de-DE" dirty="0"/>
          </a:p>
        </p:txBody>
      </p:sp>
      <p:sp>
        <p:nvSpPr>
          <p:cNvPr id="4" name="Foliennummernplatzhalter 3">
            <a:extLst>
              <a:ext uri="{FF2B5EF4-FFF2-40B4-BE49-F238E27FC236}">
                <a16:creationId xmlns:a16="http://schemas.microsoft.com/office/drawing/2014/main" id="{9D6F8C4E-2A9E-0607-F824-5503E2301FD6}"/>
              </a:ext>
            </a:extLst>
          </p:cNvPr>
          <p:cNvSpPr>
            <a:spLocks noGrp="1"/>
          </p:cNvSpPr>
          <p:nvPr>
            <p:ph type="sldNum" sz="quarter" idx="5"/>
          </p:nvPr>
        </p:nvSpPr>
        <p:spPr/>
        <p:txBody>
          <a:bodyPr/>
          <a:lstStyle/>
          <a:p>
            <a:fld id="{C7D64DFF-ED96-4A58-9F15-75FD38243EF2}" type="slidenum">
              <a:rPr lang="en-PK" smtClean="0"/>
              <a:t>29</a:t>
            </a:fld>
            <a:endParaRPr lang="en-PK"/>
          </a:p>
        </p:txBody>
      </p:sp>
    </p:spTree>
    <p:extLst>
      <p:ext uri="{BB962C8B-B14F-4D97-AF65-F5344CB8AC3E}">
        <p14:creationId xmlns:p14="http://schemas.microsoft.com/office/powerpoint/2010/main" val="2715126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18149-9F0D-7FD7-B200-EF26410E7C2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D0BC42D-97CA-E49B-13F0-C601E6A432F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A9FE73E-ACE8-CBCB-FE3A-FA3A90685243}"/>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C5E07838-963C-13E1-AD7D-8ECDD82193D4}"/>
              </a:ext>
            </a:extLst>
          </p:cNvPr>
          <p:cNvSpPr>
            <a:spLocks noGrp="1"/>
          </p:cNvSpPr>
          <p:nvPr>
            <p:ph type="sldNum" sz="quarter" idx="5"/>
          </p:nvPr>
        </p:nvSpPr>
        <p:spPr/>
        <p:txBody>
          <a:bodyPr/>
          <a:lstStyle/>
          <a:p>
            <a:fld id="{C7D64DFF-ED96-4A58-9F15-75FD38243EF2}" type="slidenum">
              <a:rPr lang="en-PK" smtClean="0"/>
              <a:t>30</a:t>
            </a:fld>
            <a:endParaRPr lang="en-PK"/>
          </a:p>
        </p:txBody>
      </p:sp>
    </p:spTree>
    <p:extLst>
      <p:ext uri="{BB962C8B-B14F-4D97-AF65-F5344CB8AC3E}">
        <p14:creationId xmlns:p14="http://schemas.microsoft.com/office/powerpoint/2010/main" val="20419024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A4B56-7A00-BA96-B1C4-D5E0F99BB3E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E263284-4FD0-E149-4656-9F96E9AB617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443BD05-5DCF-44F6-9A61-DF377F065571}"/>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Menschen mit einer stark ausgeprägten impulsiven Persönlichkeit haben oft die Fähigkeit, andere schnell für ihre Ideen und Vorhaben zu begeistern. Sie selbst zeigen sich häufig sehr euphorisch und enthusiastisch, besonders wenn sie von einer Sache überzeugt sind. Diese Personen vermitteln ihre Begeisterung mit einer ansteckenden Energie, die andere inspirieren und mitreißen kann.</a:t>
            </a:r>
            <a:endParaRPr lang="de-DE" dirty="0"/>
          </a:p>
          <a:p>
            <a:endParaRPr lang="de-DE" dirty="0"/>
          </a:p>
        </p:txBody>
      </p:sp>
      <p:sp>
        <p:nvSpPr>
          <p:cNvPr id="4" name="Foliennummernplatzhalter 3">
            <a:extLst>
              <a:ext uri="{FF2B5EF4-FFF2-40B4-BE49-F238E27FC236}">
                <a16:creationId xmlns:a16="http://schemas.microsoft.com/office/drawing/2014/main" id="{93F93741-C5EA-D799-9826-F0E285CD8993}"/>
              </a:ext>
            </a:extLst>
          </p:cNvPr>
          <p:cNvSpPr>
            <a:spLocks noGrp="1"/>
          </p:cNvSpPr>
          <p:nvPr>
            <p:ph type="sldNum" sz="quarter" idx="5"/>
          </p:nvPr>
        </p:nvSpPr>
        <p:spPr/>
        <p:txBody>
          <a:bodyPr/>
          <a:lstStyle/>
          <a:p>
            <a:fld id="{C7D64DFF-ED96-4A58-9F15-75FD38243EF2}" type="slidenum">
              <a:rPr lang="en-PK" smtClean="0"/>
              <a:t>31</a:t>
            </a:fld>
            <a:endParaRPr lang="en-PK"/>
          </a:p>
        </p:txBody>
      </p:sp>
    </p:spTree>
    <p:extLst>
      <p:ext uri="{BB962C8B-B14F-4D97-AF65-F5344CB8AC3E}">
        <p14:creationId xmlns:p14="http://schemas.microsoft.com/office/powerpoint/2010/main" val="36930657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EA610-2699-DCDC-2FD6-41251BDA320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7D7464C-966A-BBB1-7216-13FD536F979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A730756-3B93-45F8-09A8-EDA17111D8AD}"/>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5AFA4F16-1752-A302-3E89-FC9F4DBF3F02}"/>
              </a:ext>
            </a:extLst>
          </p:cNvPr>
          <p:cNvSpPr>
            <a:spLocks noGrp="1"/>
          </p:cNvSpPr>
          <p:nvPr>
            <p:ph type="sldNum" sz="quarter" idx="5"/>
          </p:nvPr>
        </p:nvSpPr>
        <p:spPr/>
        <p:txBody>
          <a:bodyPr/>
          <a:lstStyle/>
          <a:p>
            <a:fld id="{C7D64DFF-ED96-4A58-9F15-75FD38243EF2}" type="slidenum">
              <a:rPr lang="en-PK" smtClean="0"/>
              <a:t>32</a:t>
            </a:fld>
            <a:endParaRPr lang="en-PK"/>
          </a:p>
        </p:txBody>
      </p:sp>
    </p:spTree>
    <p:extLst>
      <p:ext uri="{BB962C8B-B14F-4D97-AF65-F5344CB8AC3E}">
        <p14:creationId xmlns:p14="http://schemas.microsoft.com/office/powerpoint/2010/main" val="8089779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E9ABB-983E-B905-25F0-67F215FA67C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18304AA-9F02-D801-3CEE-927D3A47500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EEE4338-DA04-D79F-A874-F63F2FEB9912}"/>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Personen mit einer vorwiegend analytischen Persönlichkeit tendieren in der Regel auch dazu, strukturiert und ordentlich zu sein. Sie bevorzugen einen systematischen Ansatz in ihrem Denken und Handeln, was sich häufig in einer gut organisierten und methodischen Lebensweise widerspiegelt.</a:t>
            </a:r>
            <a:endParaRPr lang="de-DE" dirty="0"/>
          </a:p>
          <a:p>
            <a:endParaRPr lang="de-DE" dirty="0"/>
          </a:p>
        </p:txBody>
      </p:sp>
      <p:sp>
        <p:nvSpPr>
          <p:cNvPr id="4" name="Foliennummernplatzhalter 3">
            <a:extLst>
              <a:ext uri="{FF2B5EF4-FFF2-40B4-BE49-F238E27FC236}">
                <a16:creationId xmlns:a16="http://schemas.microsoft.com/office/drawing/2014/main" id="{A6EE3A31-C32A-61E7-109D-52C38E569B8E}"/>
              </a:ext>
            </a:extLst>
          </p:cNvPr>
          <p:cNvSpPr>
            <a:spLocks noGrp="1"/>
          </p:cNvSpPr>
          <p:nvPr>
            <p:ph type="sldNum" sz="quarter" idx="5"/>
          </p:nvPr>
        </p:nvSpPr>
        <p:spPr/>
        <p:txBody>
          <a:bodyPr/>
          <a:lstStyle/>
          <a:p>
            <a:fld id="{C7D64DFF-ED96-4A58-9F15-75FD38243EF2}" type="slidenum">
              <a:rPr lang="en-PK" smtClean="0"/>
              <a:t>33</a:t>
            </a:fld>
            <a:endParaRPr lang="en-PK"/>
          </a:p>
        </p:txBody>
      </p:sp>
    </p:spTree>
    <p:extLst>
      <p:ext uri="{BB962C8B-B14F-4D97-AF65-F5344CB8AC3E}">
        <p14:creationId xmlns:p14="http://schemas.microsoft.com/office/powerpoint/2010/main" val="14172862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3498A-CEB4-0982-371F-FDB47A0383D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246164F-C658-2C74-1294-7E8F973F1CA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D20287E-9197-1273-72FD-B6C294A5D389}"/>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5F9D7E69-D3E5-9C6D-313A-7263BE6364AB}"/>
              </a:ext>
            </a:extLst>
          </p:cNvPr>
          <p:cNvSpPr>
            <a:spLocks noGrp="1"/>
          </p:cNvSpPr>
          <p:nvPr>
            <p:ph type="sldNum" sz="quarter" idx="5"/>
          </p:nvPr>
        </p:nvSpPr>
        <p:spPr/>
        <p:txBody>
          <a:bodyPr/>
          <a:lstStyle/>
          <a:p>
            <a:fld id="{C7D64DFF-ED96-4A58-9F15-75FD38243EF2}" type="slidenum">
              <a:rPr lang="en-PK" smtClean="0"/>
              <a:t>34</a:t>
            </a:fld>
            <a:endParaRPr lang="en-PK"/>
          </a:p>
        </p:txBody>
      </p:sp>
    </p:spTree>
    <p:extLst>
      <p:ext uri="{BB962C8B-B14F-4D97-AF65-F5344CB8AC3E}">
        <p14:creationId xmlns:p14="http://schemas.microsoft.com/office/powerpoint/2010/main" val="29176167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1F552-DABC-8389-8891-646DEA7936A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DA2456F-2421-28AC-6B85-59FA2D9E0FF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7E9163C-667B-39FC-D0ED-E93AC43AAA97}"/>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Wenn man eine neue Gruppe betrachtet, kann man oft sofort erkennen, wer sich durch eine herzliche und offene Art auszeichnet und aktiv auf andere zugeht. Ebenso offensichtlich sind diejenigen, die sich gerne in den Mittelpunkt stellen und die Aufmerksamkeit auf sich ziehen. Andererseits gibt es Personen, die zunächst alles aus dem Hintergrund beobachten und analysieren, bevor sie interagieren. Diese zurückhaltende und beobachtende Haltung ist typisch für jemanden mit einer stark analytischen Persönlichkeit. </a:t>
            </a:r>
            <a:endParaRPr lang="de-DE" dirty="0"/>
          </a:p>
        </p:txBody>
      </p:sp>
      <p:sp>
        <p:nvSpPr>
          <p:cNvPr id="4" name="Foliennummernplatzhalter 3">
            <a:extLst>
              <a:ext uri="{FF2B5EF4-FFF2-40B4-BE49-F238E27FC236}">
                <a16:creationId xmlns:a16="http://schemas.microsoft.com/office/drawing/2014/main" id="{678443F9-D7DF-D338-113C-64151956A72B}"/>
              </a:ext>
            </a:extLst>
          </p:cNvPr>
          <p:cNvSpPr>
            <a:spLocks noGrp="1"/>
          </p:cNvSpPr>
          <p:nvPr>
            <p:ph type="sldNum" sz="quarter" idx="5"/>
          </p:nvPr>
        </p:nvSpPr>
        <p:spPr/>
        <p:txBody>
          <a:bodyPr/>
          <a:lstStyle/>
          <a:p>
            <a:fld id="{C7D64DFF-ED96-4A58-9F15-75FD38243EF2}" type="slidenum">
              <a:rPr lang="en-PK" smtClean="0"/>
              <a:t>35</a:t>
            </a:fld>
            <a:endParaRPr lang="en-PK"/>
          </a:p>
        </p:txBody>
      </p:sp>
    </p:spTree>
    <p:extLst>
      <p:ext uri="{BB962C8B-B14F-4D97-AF65-F5344CB8AC3E}">
        <p14:creationId xmlns:p14="http://schemas.microsoft.com/office/powerpoint/2010/main" val="42534428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87C5E-5B72-A050-A865-3654DDDAAA9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2CEF459-EE72-CAA0-FD52-9D83B3743FB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2550765-CC51-EF1A-52EB-616381390E81}"/>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FFA3F38C-0B7B-2839-ADC9-162AD343203F}"/>
              </a:ext>
            </a:extLst>
          </p:cNvPr>
          <p:cNvSpPr>
            <a:spLocks noGrp="1"/>
          </p:cNvSpPr>
          <p:nvPr>
            <p:ph type="sldNum" sz="quarter" idx="5"/>
          </p:nvPr>
        </p:nvSpPr>
        <p:spPr/>
        <p:txBody>
          <a:bodyPr/>
          <a:lstStyle/>
          <a:p>
            <a:fld id="{C7D64DFF-ED96-4A58-9F15-75FD38243EF2}" type="slidenum">
              <a:rPr lang="en-PK" smtClean="0"/>
              <a:t>36</a:t>
            </a:fld>
            <a:endParaRPr lang="en-PK"/>
          </a:p>
        </p:txBody>
      </p:sp>
    </p:spTree>
    <p:extLst>
      <p:ext uri="{BB962C8B-B14F-4D97-AF65-F5344CB8AC3E}">
        <p14:creationId xmlns:p14="http://schemas.microsoft.com/office/powerpoint/2010/main" val="35257052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13D47-79DF-DE60-2762-379F935860F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D05203D-1306-471A-BCCA-0E7CC431055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6CA99B3-78D6-7831-8AC1-B37F5E68ED3D}"/>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Ihre zeitliche Orientierung ist stark auf das Hier und Jetzt ausgerichtet. Die Gegenwart hat für sie oberste Priorität, und zukünftige Perspektiven oder gemachte Erfahrungen werden oft vernachlässigt, besonders wenn gegenwärtige Handlungen zu direkten Vorteilen führen.</a:t>
            </a:r>
            <a:endParaRPr lang="de-DE" dirty="0"/>
          </a:p>
          <a:p>
            <a:endParaRPr lang="de-DE" dirty="0"/>
          </a:p>
        </p:txBody>
      </p:sp>
      <p:sp>
        <p:nvSpPr>
          <p:cNvPr id="4" name="Foliennummernplatzhalter 3">
            <a:extLst>
              <a:ext uri="{FF2B5EF4-FFF2-40B4-BE49-F238E27FC236}">
                <a16:creationId xmlns:a16="http://schemas.microsoft.com/office/drawing/2014/main" id="{CBF7E303-A1A1-1148-C08A-07D1A6E1C81F}"/>
              </a:ext>
            </a:extLst>
          </p:cNvPr>
          <p:cNvSpPr>
            <a:spLocks noGrp="1"/>
          </p:cNvSpPr>
          <p:nvPr>
            <p:ph type="sldNum" sz="quarter" idx="5"/>
          </p:nvPr>
        </p:nvSpPr>
        <p:spPr/>
        <p:txBody>
          <a:bodyPr/>
          <a:lstStyle/>
          <a:p>
            <a:fld id="{C7D64DFF-ED96-4A58-9F15-75FD38243EF2}" type="slidenum">
              <a:rPr lang="en-PK" smtClean="0"/>
              <a:t>37</a:t>
            </a:fld>
            <a:endParaRPr lang="en-PK"/>
          </a:p>
        </p:txBody>
      </p:sp>
    </p:spTree>
    <p:extLst>
      <p:ext uri="{BB962C8B-B14F-4D97-AF65-F5344CB8AC3E}">
        <p14:creationId xmlns:p14="http://schemas.microsoft.com/office/powerpoint/2010/main" val="29082749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6CD93-4A29-18CB-B2FE-11348DBAD1C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6515C68-D574-045F-224D-C296ED60C9D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798ECD5-ECD5-48DE-AA6B-B687CE830DA6}"/>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81CC452F-4054-95EF-8E8F-8960CFE154F0}"/>
              </a:ext>
            </a:extLst>
          </p:cNvPr>
          <p:cNvSpPr>
            <a:spLocks noGrp="1"/>
          </p:cNvSpPr>
          <p:nvPr>
            <p:ph type="sldNum" sz="quarter" idx="5"/>
          </p:nvPr>
        </p:nvSpPr>
        <p:spPr/>
        <p:txBody>
          <a:bodyPr/>
          <a:lstStyle/>
          <a:p>
            <a:fld id="{C7D64DFF-ED96-4A58-9F15-75FD38243EF2}" type="slidenum">
              <a:rPr lang="en-PK" smtClean="0"/>
              <a:t>38</a:t>
            </a:fld>
            <a:endParaRPr lang="en-PK"/>
          </a:p>
        </p:txBody>
      </p:sp>
    </p:spTree>
    <p:extLst>
      <p:ext uri="{BB962C8B-B14F-4D97-AF65-F5344CB8AC3E}">
        <p14:creationId xmlns:p14="http://schemas.microsoft.com/office/powerpoint/2010/main" val="37590274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9B876-C136-1378-BCB7-D12AC99F697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95349DF-3867-F01E-BE8D-0AB1E45C637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4488817-100F-A7E7-6DF6-36B2A02BF857}"/>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Bei einigen stark impulsiv geprägten Menschen können Status und persönlicher Vorteil wichtige Faktoren in ihren Entscheidungsprozessen sein. Diese Personen neigen dazu, Entscheidungen schnell und basierend auf dem zu treffen, was ihnen in dem Moment den größten unmittelbaren Nutzen oder Prestigegewinn zu bringen scheint.</a:t>
            </a:r>
            <a:endParaRPr lang="de-DE" dirty="0"/>
          </a:p>
          <a:p>
            <a:endParaRPr lang="de-DE" dirty="0"/>
          </a:p>
        </p:txBody>
      </p:sp>
      <p:sp>
        <p:nvSpPr>
          <p:cNvPr id="4" name="Foliennummernplatzhalter 3">
            <a:extLst>
              <a:ext uri="{FF2B5EF4-FFF2-40B4-BE49-F238E27FC236}">
                <a16:creationId xmlns:a16="http://schemas.microsoft.com/office/drawing/2014/main" id="{279A4F5E-A088-7381-E7E3-96C553373162}"/>
              </a:ext>
            </a:extLst>
          </p:cNvPr>
          <p:cNvSpPr>
            <a:spLocks noGrp="1"/>
          </p:cNvSpPr>
          <p:nvPr>
            <p:ph type="sldNum" sz="quarter" idx="5"/>
          </p:nvPr>
        </p:nvSpPr>
        <p:spPr/>
        <p:txBody>
          <a:bodyPr/>
          <a:lstStyle/>
          <a:p>
            <a:fld id="{C7D64DFF-ED96-4A58-9F15-75FD38243EF2}" type="slidenum">
              <a:rPr lang="en-PK" smtClean="0"/>
              <a:t>39</a:t>
            </a:fld>
            <a:endParaRPr lang="en-PK"/>
          </a:p>
        </p:txBody>
      </p:sp>
    </p:spTree>
    <p:extLst>
      <p:ext uri="{BB962C8B-B14F-4D97-AF65-F5344CB8AC3E}">
        <p14:creationId xmlns:p14="http://schemas.microsoft.com/office/powerpoint/2010/main" val="11296040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7D115-F5AE-F0CF-B2FF-C67D79FD8D0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6B6381D-090C-A463-A4DB-D36A6C3B696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3C18A5B-D418-09C0-5E15-D6BD6E6B0AE7}"/>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E120DF33-11C6-8286-0FB9-6F5F8165AD52}"/>
              </a:ext>
            </a:extLst>
          </p:cNvPr>
          <p:cNvSpPr>
            <a:spLocks noGrp="1"/>
          </p:cNvSpPr>
          <p:nvPr>
            <p:ph type="sldNum" sz="quarter" idx="5"/>
          </p:nvPr>
        </p:nvSpPr>
        <p:spPr/>
        <p:txBody>
          <a:bodyPr/>
          <a:lstStyle/>
          <a:p>
            <a:fld id="{C7D64DFF-ED96-4A58-9F15-75FD38243EF2}" type="slidenum">
              <a:rPr lang="en-PK" smtClean="0"/>
              <a:t>40</a:t>
            </a:fld>
            <a:endParaRPr lang="en-PK"/>
          </a:p>
        </p:txBody>
      </p:sp>
    </p:spTree>
    <p:extLst>
      <p:ext uri="{BB962C8B-B14F-4D97-AF65-F5344CB8AC3E}">
        <p14:creationId xmlns:p14="http://schemas.microsoft.com/office/powerpoint/2010/main" val="36199508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B7129-EB3A-4046-8766-D6F0AF5BD25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DFB92D6-B1FD-5CAC-0CFE-048F9DADBA3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A32F24A-D01A-08D0-970F-8176C9CE250A}"/>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In ihrer Denk- und Handlungsweise legen sie großen Wert auf Sinnhaftigkeit und Beziehungen. Das bedeutet, dass Entscheidungen gerade ethisch und moralisch für sie sinnvoll sein sollten und idealerweise dem Allgemeinwohl dienen sollten, indem sie das Wohl des Einzelnen und der Gemeinschaft in Einklang bringen. </a:t>
            </a:r>
            <a:endParaRPr lang="de-DE" dirty="0"/>
          </a:p>
          <a:p>
            <a:endParaRPr lang="de-DE" dirty="0"/>
          </a:p>
        </p:txBody>
      </p:sp>
      <p:sp>
        <p:nvSpPr>
          <p:cNvPr id="4" name="Foliennummernplatzhalter 3">
            <a:extLst>
              <a:ext uri="{FF2B5EF4-FFF2-40B4-BE49-F238E27FC236}">
                <a16:creationId xmlns:a16="http://schemas.microsoft.com/office/drawing/2014/main" id="{680F0769-EE03-BF40-18D6-40811429DBB1}"/>
              </a:ext>
            </a:extLst>
          </p:cNvPr>
          <p:cNvSpPr>
            <a:spLocks noGrp="1"/>
          </p:cNvSpPr>
          <p:nvPr>
            <p:ph type="sldNum" sz="quarter" idx="5"/>
          </p:nvPr>
        </p:nvSpPr>
        <p:spPr/>
        <p:txBody>
          <a:bodyPr/>
          <a:lstStyle/>
          <a:p>
            <a:fld id="{C7D64DFF-ED96-4A58-9F15-75FD38243EF2}" type="slidenum">
              <a:rPr lang="en-PK" smtClean="0"/>
              <a:t>41</a:t>
            </a:fld>
            <a:endParaRPr lang="en-PK"/>
          </a:p>
        </p:txBody>
      </p:sp>
    </p:spTree>
    <p:extLst>
      <p:ext uri="{BB962C8B-B14F-4D97-AF65-F5344CB8AC3E}">
        <p14:creationId xmlns:p14="http://schemas.microsoft.com/office/powerpoint/2010/main" val="8135331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E9F0-F768-4353-AD9F-FD775814ACF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6A93E86-FCF6-15D1-E633-3E33B7E40AE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349E34A-29FB-436A-C536-49EA69F81A2E}"/>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Sachbezogenheit ist ein typisches Merkmal der analytischen Komponente, was sich auch in der Art der Kommunikation widerspiegelt. Menschen mit einer stark ausgeprägten 'Blau'-Komponente neigen dazu, weniger menschenorientiert zu sein und zeigen oft wenig Emotionen, was zu einer eher sachlichen Kommunikationsweise führt.</a:t>
            </a:r>
          </a:p>
        </p:txBody>
      </p:sp>
      <p:sp>
        <p:nvSpPr>
          <p:cNvPr id="4" name="Foliennummernplatzhalter 3">
            <a:extLst>
              <a:ext uri="{FF2B5EF4-FFF2-40B4-BE49-F238E27FC236}">
                <a16:creationId xmlns:a16="http://schemas.microsoft.com/office/drawing/2014/main" id="{2CDEE60C-C188-10D6-99C1-3FA7B9BE3A93}"/>
              </a:ext>
            </a:extLst>
          </p:cNvPr>
          <p:cNvSpPr>
            <a:spLocks noGrp="1"/>
          </p:cNvSpPr>
          <p:nvPr>
            <p:ph type="sldNum" sz="quarter" idx="5"/>
          </p:nvPr>
        </p:nvSpPr>
        <p:spPr/>
        <p:txBody>
          <a:bodyPr/>
          <a:lstStyle/>
          <a:p>
            <a:fld id="{C7D64DFF-ED96-4A58-9F15-75FD38243EF2}" type="slidenum">
              <a:rPr lang="en-PK" smtClean="0"/>
              <a:t>42</a:t>
            </a:fld>
            <a:endParaRPr lang="en-PK"/>
          </a:p>
        </p:txBody>
      </p:sp>
    </p:spTree>
    <p:extLst>
      <p:ext uri="{BB962C8B-B14F-4D97-AF65-F5344CB8AC3E}">
        <p14:creationId xmlns:p14="http://schemas.microsoft.com/office/powerpoint/2010/main" val="9945781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2EF13-8AA2-48F6-3A55-C0F7926A748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B1313A0-1B80-F2C9-4C61-2FBCE8CA4AE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E14FF25-2FCE-3746-734A-FF728F8084E5}"/>
              </a:ext>
            </a:extLst>
          </p:cNvPr>
          <p:cNvSpPr>
            <a:spLocks noGrp="1"/>
          </p:cNvSpPr>
          <p:nvPr>
            <p:ph type="body" idx="1"/>
          </p:nvPr>
        </p:nvSpPr>
        <p:spPr/>
        <p:txBody>
          <a:bodyPr/>
          <a:lstStyle/>
          <a:p>
            <a:pPr marL="0" marR="0" lvl="0" indent="0" algn="l" defTabSz="685891" rtl="0" eaLnBrk="1" fontAlgn="auto" latinLnBrk="0" hangingPunct="1">
              <a:lnSpc>
                <a:spcPct val="115000"/>
              </a:lnSpc>
              <a:spcBef>
                <a:spcPts val="0"/>
              </a:spcBef>
              <a:spcAft>
                <a:spcPts val="800"/>
              </a:spcAft>
              <a:buClrTx/>
              <a:buSzTx/>
              <a:buFontTx/>
              <a:buNone/>
              <a:tabLst/>
              <a:defRPr/>
            </a:pPr>
            <a:r>
              <a:rPr lang="de-DE" sz="1200" kern="100" dirty="0">
                <a:effectLst/>
                <a:latin typeface="Calibri" panose="020F0502020204030204" pitchFamily="34" charset="0"/>
                <a:ea typeface="Calibri" panose="020F0502020204030204" pitchFamily="34" charset="0"/>
                <a:cs typeface="Times New Roman" panose="02020603050405020304" pitchFamily="18" charset="0"/>
              </a:rPr>
              <a:t>Ihre Zeitperspektive ist eher vergangenheitsorientiert. Entscheidungen und Überlegungen werden häufig von vergangenen Erlebnissen und erworbenen Lektionen geprägt. Der Fokus liegt verstärkt darauf, aus der Vergangenheit zu lernen und diese Erkenntnisse in aktuelle Situationen zu integrieren.</a:t>
            </a:r>
          </a:p>
        </p:txBody>
      </p:sp>
      <p:sp>
        <p:nvSpPr>
          <p:cNvPr id="4" name="Foliennummernplatzhalter 3">
            <a:extLst>
              <a:ext uri="{FF2B5EF4-FFF2-40B4-BE49-F238E27FC236}">
                <a16:creationId xmlns:a16="http://schemas.microsoft.com/office/drawing/2014/main" id="{4F130383-8E65-BAE5-91DB-B1256CD7AC46}"/>
              </a:ext>
            </a:extLst>
          </p:cNvPr>
          <p:cNvSpPr>
            <a:spLocks noGrp="1"/>
          </p:cNvSpPr>
          <p:nvPr>
            <p:ph type="sldNum" sz="quarter" idx="5"/>
          </p:nvPr>
        </p:nvSpPr>
        <p:spPr/>
        <p:txBody>
          <a:bodyPr/>
          <a:lstStyle/>
          <a:p>
            <a:fld id="{C7D64DFF-ED96-4A58-9F15-75FD38243EF2}" type="slidenum">
              <a:rPr lang="en-PK" smtClean="0"/>
              <a:t>43</a:t>
            </a:fld>
            <a:endParaRPr lang="en-PK"/>
          </a:p>
        </p:txBody>
      </p:sp>
    </p:spTree>
    <p:extLst>
      <p:ext uri="{BB962C8B-B14F-4D97-AF65-F5344CB8AC3E}">
        <p14:creationId xmlns:p14="http://schemas.microsoft.com/office/powerpoint/2010/main" val="3371906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E91D3625-27D5-29DE-37C1-D6F886A59DE2}"/>
              </a:ext>
            </a:extLst>
          </p:cNvPr>
          <p:cNvSpPr>
            <a:spLocks noGrp="1"/>
          </p:cNvSpPr>
          <p:nvPr>
            <p:ph type="pic" sz="quarter" idx="10"/>
          </p:nvPr>
        </p:nvSpPr>
        <p:spPr>
          <a:xfrm>
            <a:off x="5617030" y="0"/>
            <a:ext cx="5413828" cy="6342743"/>
          </a:xfrm>
          <a:custGeom>
            <a:avLst/>
            <a:gdLst>
              <a:gd name="connsiteX0" fmla="*/ 0 w 5413828"/>
              <a:gd name="connsiteY0" fmla="*/ 0 h 6342743"/>
              <a:gd name="connsiteX1" fmla="*/ 5413828 w 5413828"/>
              <a:gd name="connsiteY1" fmla="*/ 0 h 6342743"/>
              <a:gd name="connsiteX2" fmla="*/ 5413828 w 5413828"/>
              <a:gd name="connsiteY2" fmla="*/ 5875854 h 6342743"/>
              <a:gd name="connsiteX3" fmla="*/ 4946939 w 5413828"/>
              <a:gd name="connsiteY3" fmla="*/ 6342743 h 6342743"/>
              <a:gd name="connsiteX4" fmla="*/ 466889 w 5413828"/>
              <a:gd name="connsiteY4" fmla="*/ 6342743 h 6342743"/>
              <a:gd name="connsiteX5" fmla="*/ 0 w 5413828"/>
              <a:gd name="connsiteY5" fmla="*/ 5875854 h 6342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3828" h="6342743">
                <a:moveTo>
                  <a:pt x="0" y="0"/>
                </a:moveTo>
                <a:lnTo>
                  <a:pt x="5413828" y="0"/>
                </a:lnTo>
                <a:lnTo>
                  <a:pt x="5413828" y="5875854"/>
                </a:lnTo>
                <a:cubicBezTo>
                  <a:pt x="5413828" y="6133710"/>
                  <a:pt x="5204795" y="6342743"/>
                  <a:pt x="4946939" y="6342743"/>
                </a:cubicBezTo>
                <a:lnTo>
                  <a:pt x="466889" y="6342743"/>
                </a:lnTo>
                <a:cubicBezTo>
                  <a:pt x="209033" y="6342743"/>
                  <a:pt x="0" y="6133710"/>
                  <a:pt x="0" y="5875854"/>
                </a:cubicBezTo>
                <a:close/>
              </a:path>
            </a:pathLst>
          </a:custGeom>
        </p:spPr>
        <p:txBody>
          <a:bodyPr wrap="square">
            <a:noAutofit/>
          </a:bodyPr>
          <a:lstStyle/>
          <a:p>
            <a:endParaRPr lang="en-PK"/>
          </a:p>
        </p:txBody>
      </p:sp>
    </p:spTree>
    <p:extLst>
      <p:ext uri="{BB962C8B-B14F-4D97-AF65-F5344CB8AC3E}">
        <p14:creationId xmlns:p14="http://schemas.microsoft.com/office/powerpoint/2010/main" val="27064992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FADD-81D3-64B7-076F-4206E35453A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6B98C98D-FA17-3DCA-0307-7261B0CA7901}"/>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3EFF5A8-D7E0-8537-DEBE-3C3DBFA46397}"/>
              </a:ext>
            </a:extLst>
          </p:cNvPr>
          <p:cNvSpPr>
            <a:spLocks noGrp="1"/>
          </p:cNvSpPr>
          <p:nvPr>
            <p:ph type="dt" sz="half" idx="10"/>
          </p:nvPr>
        </p:nvSpPr>
        <p:spPr>
          <a:xfrm>
            <a:off x="838200" y="6356350"/>
            <a:ext cx="2743200" cy="365125"/>
          </a:xfrm>
          <a:prstGeom prst="rect">
            <a:avLst/>
          </a:prstGeom>
        </p:spPr>
        <p:txBody>
          <a:bodyPr/>
          <a:lstStyle/>
          <a:p>
            <a:fld id="{920791C6-F0B2-424F-A849-BCBA58B592E6}" type="datetimeFigureOut">
              <a:rPr lang="en-PK" smtClean="0"/>
              <a:t>10/11/2024</a:t>
            </a:fld>
            <a:endParaRPr lang="en-PK"/>
          </a:p>
        </p:txBody>
      </p:sp>
      <p:sp>
        <p:nvSpPr>
          <p:cNvPr id="5" name="Footer Placeholder 4">
            <a:extLst>
              <a:ext uri="{FF2B5EF4-FFF2-40B4-BE49-F238E27FC236}">
                <a16:creationId xmlns:a16="http://schemas.microsoft.com/office/drawing/2014/main" id="{EA796EC6-947B-79EB-6E87-494A486DCF01}"/>
              </a:ext>
            </a:extLst>
          </p:cNvPr>
          <p:cNvSpPr>
            <a:spLocks noGrp="1"/>
          </p:cNvSpPr>
          <p:nvPr>
            <p:ph type="ftr" sz="quarter" idx="11"/>
          </p:nvPr>
        </p:nvSpPr>
        <p:spPr>
          <a:xfrm>
            <a:off x="4038600" y="6356350"/>
            <a:ext cx="4114800" cy="365125"/>
          </a:xfrm>
          <a:prstGeom prst="rect">
            <a:avLst/>
          </a:prstGeom>
        </p:spPr>
        <p:txBody>
          <a:bodyPr/>
          <a:lstStyle/>
          <a:p>
            <a:endParaRPr lang="en-PK"/>
          </a:p>
        </p:txBody>
      </p:sp>
      <p:sp>
        <p:nvSpPr>
          <p:cNvPr id="6" name="Slide Number Placeholder 5">
            <a:extLst>
              <a:ext uri="{FF2B5EF4-FFF2-40B4-BE49-F238E27FC236}">
                <a16:creationId xmlns:a16="http://schemas.microsoft.com/office/drawing/2014/main" id="{14205772-8057-995C-9901-D42A81655127}"/>
              </a:ext>
            </a:extLst>
          </p:cNvPr>
          <p:cNvSpPr>
            <a:spLocks noGrp="1"/>
          </p:cNvSpPr>
          <p:nvPr>
            <p:ph type="sldNum" sz="quarter" idx="12"/>
          </p:nvPr>
        </p:nvSpPr>
        <p:spPr>
          <a:xfrm>
            <a:off x="8610600" y="6356350"/>
            <a:ext cx="2743200" cy="365125"/>
          </a:xfrm>
          <a:prstGeom prst="rect">
            <a:avLst/>
          </a:prstGeom>
        </p:spPr>
        <p:txBody>
          <a:bodyPr/>
          <a:lstStyle/>
          <a:p>
            <a:fld id="{CBA9F42C-A6BC-41EA-B897-ECA20770E230}" type="slidenum">
              <a:rPr lang="en-PK" smtClean="0"/>
              <a:t>‹Nr.›</a:t>
            </a:fld>
            <a:endParaRPr lang="en-PK"/>
          </a:p>
        </p:txBody>
      </p:sp>
    </p:spTree>
    <p:extLst>
      <p:ext uri="{BB962C8B-B14F-4D97-AF65-F5344CB8AC3E}">
        <p14:creationId xmlns:p14="http://schemas.microsoft.com/office/powerpoint/2010/main" val="3978228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95313D26-F741-2F4A-0101-79B67F819058}"/>
              </a:ext>
            </a:extLst>
          </p:cNvPr>
          <p:cNvSpPr>
            <a:spLocks noGrp="1"/>
          </p:cNvSpPr>
          <p:nvPr>
            <p:ph type="pic" sz="quarter" idx="10"/>
          </p:nvPr>
        </p:nvSpPr>
        <p:spPr>
          <a:xfrm>
            <a:off x="390525" y="309584"/>
            <a:ext cx="11410950" cy="6238831"/>
          </a:xfrm>
          <a:custGeom>
            <a:avLst/>
            <a:gdLst>
              <a:gd name="connsiteX0" fmla="*/ 342886 w 11410950"/>
              <a:gd name="connsiteY0" fmla="*/ 0 h 6238831"/>
              <a:gd name="connsiteX1" fmla="*/ 11068064 w 11410950"/>
              <a:gd name="connsiteY1" fmla="*/ 0 h 6238831"/>
              <a:gd name="connsiteX2" fmla="*/ 11410950 w 11410950"/>
              <a:gd name="connsiteY2" fmla="*/ 342886 h 6238831"/>
              <a:gd name="connsiteX3" fmla="*/ 11410950 w 11410950"/>
              <a:gd name="connsiteY3" fmla="*/ 5895945 h 6238831"/>
              <a:gd name="connsiteX4" fmla="*/ 11068064 w 11410950"/>
              <a:gd name="connsiteY4" fmla="*/ 6238831 h 6238831"/>
              <a:gd name="connsiteX5" fmla="*/ 342886 w 11410950"/>
              <a:gd name="connsiteY5" fmla="*/ 6238831 h 6238831"/>
              <a:gd name="connsiteX6" fmla="*/ 0 w 11410950"/>
              <a:gd name="connsiteY6" fmla="*/ 5895945 h 6238831"/>
              <a:gd name="connsiteX7" fmla="*/ 0 w 11410950"/>
              <a:gd name="connsiteY7" fmla="*/ 342886 h 6238831"/>
              <a:gd name="connsiteX8" fmla="*/ 342886 w 11410950"/>
              <a:gd name="connsiteY8" fmla="*/ 0 h 6238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10950" h="6238831">
                <a:moveTo>
                  <a:pt x="342886" y="0"/>
                </a:moveTo>
                <a:lnTo>
                  <a:pt x="11068064" y="0"/>
                </a:lnTo>
                <a:cubicBezTo>
                  <a:pt x="11257435" y="0"/>
                  <a:pt x="11410950" y="153515"/>
                  <a:pt x="11410950" y="342886"/>
                </a:cubicBezTo>
                <a:lnTo>
                  <a:pt x="11410950" y="5895945"/>
                </a:lnTo>
                <a:cubicBezTo>
                  <a:pt x="11410950" y="6085316"/>
                  <a:pt x="11257435" y="6238831"/>
                  <a:pt x="11068064" y="6238831"/>
                </a:cubicBezTo>
                <a:lnTo>
                  <a:pt x="342886" y="6238831"/>
                </a:lnTo>
                <a:cubicBezTo>
                  <a:pt x="153515" y="6238831"/>
                  <a:pt x="0" y="6085316"/>
                  <a:pt x="0" y="5895945"/>
                </a:cubicBezTo>
                <a:lnTo>
                  <a:pt x="0" y="342886"/>
                </a:lnTo>
                <a:cubicBezTo>
                  <a:pt x="0" y="153515"/>
                  <a:pt x="153515" y="0"/>
                  <a:pt x="342886" y="0"/>
                </a:cubicBezTo>
                <a:close/>
              </a:path>
            </a:pathLst>
          </a:custGeom>
        </p:spPr>
        <p:txBody>
          <a:bodyPr wrap="square">
            <a:noAutofit/>
          </a:bodyPr>
          <a:lstStyle/>
          <a:p>
            <a:endParaRPr lang="en-PK"/>
          </a:p>
        </p:txBody>
      </p:sp>
    </p:spTree>
    <p:extLst>
      <p:ext uri="{BB962C8B-B14F-4D97-AF65-F5344CB8AC3E}">
        <p14:creationId xmlns:p14="http://schemas.microsoft.com/office/powerpoint/2010/main" val="2294052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7A38BD-8E3C-4200-ADEF-3DACE565B334}"/>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85434571-E89E-DC5D-C520-C6293EEF6564}"/>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8" name="Titel 7">
            <a:extLst>
              <a:ext uri="{FF2B5EF4-FFF2-40B4-BE49-F238E27FC236}">
                <a16:creationId xmlns:a16="http://schemas.microsoft.com/office/drawing/2014/main" id="{6516625D-4763-7611-FB93-CB12049E18B2}"/>
              </a:ext>
            </a:extLst>
          </p:cNvPr>
          <p:cNvSpPr>
            <a:spLocks noGrp="1"/>
          </p:cNvSpPr>
          <p:nvPr>
            <p:ph type="title"/>
          </p:nvPr>
        </p:nvSpPr>
        <p:spPr>
          <a:xfrm>
            <a:off x="838200" y="365125"/>
            <a:ext cx="10515600" cy="1325563"/>
          </a:xfrm>
          <a:prstGeom prst="rect">
            <a:avLst/>
          </a:prstGeom>
        </p:spPr>
        <p:txBody>
          <a:bodyPr/>
          <a:lstStyle/>
          <a:p>
            <a:r>
              <a:rPr lang="de-DE"/>
              <a:t>Mastertitelformat bearbeiten</a:t>
            </a:r>
          </a:p>
        </p:txBody>
      </p:sp>
    </p:spTree>
    <p:extLst>
      <p:ext uri="{BB962C8B-B14F-4D97-AF65-F5344CB8AC3E}">
        <p14:creationId xmlns:p14="http://schemas.microsoft.com/office/powerpoint/2010/main" val="3057729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5761D-6BA4-E4F4-315D-645FFDD857B9}"/>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D14B1404-CB52-66DC-C771-8B8F8295C37F}"/>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68B47C-71BE-CEF9-78A7-97248041F636}"/>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A129DF04-1BD5-ABB2-C529-163FA0F435AC}"/>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DE9737-4270-6EF8-DFCA-9DF5E3505D33}"/>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AE8475A5-62D6-4D12-EC84-CD81F8594677}"/>
              </a:ext>
            </a:extLst>
          </p:cNvPr>
          <p:cNvSpPr>
            <a:spLocks noGrp="1"/>
          </p:cNvSpPr>
          <p:nvPr>
            <p:ph type="dt" sz="half" idx="10"/>
          </p:nvPr>
        </p:nvSpPr>
        <p:spPr>
          <a:xfrm>
            <a:off x="838200" y="6356350"/>
            <a:ext cx="2743200" cy="365125"/>
          </a:xfrm>
          <a:prstGeom prst="rect">
            <a:avLst/>
          </a:prstGeom>
        </p:spPr>
        <p:txBody>
          <a:bodyPr/>
          <a:lstStyle/>
          <a:p>
            <a:fld id="{920791C6-F0B2-424F-A849-BCBA58B592E6}" type="datetimeFigureOut">
              <a:rPr lang="en-PK" smtClean="0"/>
              <a:t>10/11/2024</a:t>
            </a:fld>
            <a:endParaRPr lang="en-PK"/>
          </a:p>
        </p:txBody>
      </p:sp>
      <p:sp>
        <p:nvSpPr>
          <p:cNvPr id="8" name="Footer Placeholder 7">
            <a:extLst>
              <a:ext uri="{FF2B5EF4-FFF2-40B4-BE49-F238E27FC236}">
                <a16:creationId xmlns:a16="http://schemas.microsoft.com/office/drawing/2014/main" id="{E6E5214F-D1DA-33D2-AFEC-180DBB423EEB}"/>
              </a:ext>
            </a:extLst>
          </p:cNvPr>
          <p:cNvSpPr>
            <a:spLocks noGrp="1"/>
          </p:cNvSpPr>
          <p:nvPr>
            <p:ph type="ftr" sz="quarter" idx="11"/>
          </p:nvPr>
        </p:nvSpPr>
        <p:spPr>
          <a:xfrm>
            <a:off x="4038600" y="6356350"/>
            <a:ext cx="4114800" cy="365125"/>
          </a:xfrm>
          <a:prstGeom prst="rect">
            <a:avLst/>
          </a:prstGeom>
        </p:spPr>
        <p:txBody>
          <a:bodyPr/>
          <a:lstStyle/>
          <a:p>
            <a:endParaRPr lang="en-PK"/>
          </a:p>
        </p:txBody>
      </p:sp>
      <p:sp>
        <p:nvSpPr>
          <p:cNvPr id="9" name="Slide Number Placeholder 8">
            <a:extLst>
              <a:ext uri="{FF2B5EF4-FFF2-40B4-BE49-F238E27FC236}">
                <a16:creationId xmlns:a16="http://schemas.microsoft.com/office/drawing/2014/main" id="{6AEF0008-447C-2ABB-C1FE-1515C1F6993C}"/>
              </a:ext>
            </a:extLst>
          </p:cNvPr>
          <p:cNvSpPr>
            <a:spLocks noGrp="1"/>
          </p:cNvSpPr>
          <p:nvPr>
            <p:ph type="sldNum" sz="quarter" idx="12"/>
          </p:nvPr>
        </p:nvSpPr>
        <p:spPr>
          <a:xfrm>
            <a:off x="8610600" y="6356350"/>
            <a:ext cx="2743200" cy="365125"/>
          </a:xfrm>
          <a:prstGeom prst="rect">
            <a:avLst/>
          </a:prstGeom>
        </p:spPr>
        <p:txBody>
          <a:bodyPr/>
          <a:lstStyle/>
          <a:p>
            <a:fld id="{CBA9F42C-A6BC-41EA-B897-ECA20770E230}" type="slidenum">
              <a:rPr lang="en-PK" smtClean="0"/>
              <a:t>‹Nr.›</a:t>
            </a:fld>
            <a:endParaRPr lang="en-PK"/>
          </a:p>
        </p:txBody>
      </p:sp>
    </p:spTree>
    <p:extLst>
      <p:ext uri="{BB962C8B-B14F-4D97-AF65-F5344CB8AC3E}">
        <p14:creationId xmlns:p14="http://schemas.microsoft.com/office/powerpoint/2010/main" val="393623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AE59-9B24-012B-58CE-E59D838AF5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78AE2C76-8F95-5586-75F6-BCAE5A87666F}"/>
              </a:ext>
            </a:extLst>
          </p:cNvPr>
          <p:cNvSpPr>
            <a:spLocks noGrp="1"/>
          </p:cNvSpPr>
          <p:nvPr>
            <p:ph type="dt" sz="half" idx="10"/>
          </p:nvPr>
        </p:nvSpPr>
        <p:spPr>
          <a:xfrm>
            <a:off x="838200" y="6356350"/>
            <a:ext cx="2743200" cy="365125"/>
          </a:xfrm>
          <a:prstGeom prst="rect">
            <a:avLst/>
          </a:prstGeom>
        </p:spPr>
        <p:txBody>
          <a:bodyPr/>
          <a:lstStyle/>
          <a:p>
            <a:fld id="{920791C6-F0B2-424F-A849-BCBA58B592E6}" type="datetimeFigureOut">
              <a:rPr lang="en-PK" smtClean="0"/>
              <a:t>10/11/2024</a:t>
            </a:fld>
            <a:endParaRPr lang="en-PK"/>
          </a:p>
        </p:txBody>
      </p:sp>
      <p:sp>
        <p:nvSpPr>
          <p:cNvPr id="4" name="Footer Placeholder 3">
            <a:extLst>
              <a:ext uri="{FF2B5EF4-FFF2-40B4-BE49-F238E27FC236}">
                <a16:creationId xmlns:a16="http://schemas.microsoft.com/office/drawing/2014/main" id="{40AA46E0-9805-388A-0727-AA886ADAE36F}"/>
              </a:ext>
            </a:extLst>
          </p:cNvPr>
          <p:cNvSpPr>
            <a:spLocks noGrp="1"/>
          </p:cNvSpPr>
          <p:nvPr>
            <p:ph type="ftr" sz="quarter" idx="11"/>
          </p:nvPr>
        </p:nvSpPr>
        <p:spPr>
          <a:xfrm>
            <a:off x="4038600" y="6356350"/>
            <a:ext cx="4114800" cy="365125"/>
          </a:xfrm>
          <a:prstGeom prst="rect">
            <a:avLst/>
          </a:prstGeom>
        </p:spPr>
        <p:txBody>
          <a:bodyPr/>
          <a:lstStyle/>
          <a:p>
            <a:endParaRPr lang="en-PK"/>
          </a:p>
        </p:txBody>
      </p:sp>
      <p:sp>
        <p:nvSpPr>
          <p:cNvPr id="5" name="Slide Number Placeholder 4">
            <a:extLst>
              <a:ext uri="{FF2B5EF4-FFF2-40B4-BE49-F238E27FC236}">
                <a16:creationId xmlns:a16="http://schemas.microsoft.com/office/drawing/2014/main" id="{A1842AF6-50DB-3CC4-FA53-A29657648684}"/>
              </a:ext>
            </a:extLst>
          </p:cNvPr>
          <p:cNvSpPr>
            <a:spLocks noGrp="1"/>
          </p:cNvSpPr>
          <p:nvPr>
            <p:ph type="sldNum" sz="quarter" idx="12"/>
          </p:nvPr>
        </p:nvSpPr>
        <p:spPr>
          <a:xfrm>
            <a:off x="8610600" y="6356350"/>
            <a:ext cx="2743200" cy="365125"/>
          </a:xfrm>
          <a:prstGeom prst="rect">
            <a:avLst/>
          </a:prstGeom>
        </p:spPr>
        <p:txBody>
          <a:bodyPr/>
          <a:lstStyle/>
          <a:p>
            <a:fld id="{CBA9F42C-A6BC-41EA-B897-ECA20770E230}" type="slidenum">
              <a:rPr lang="en-PK" smtClean="0"/>
              <a:t>‹Nr.›</a:t>
            </a:fld>
            <a:endParaRPr lang="en-PK" dirty="0"/>
          </a:p>
        </p:txBody>
      </p:sp>
    </p:spTree>
    <p:extLst>
      <p:ext uri="{BB962C8B-B14F-4D97-AF65-F5344CB8AC3E}">
        <p14:creationId xmlns:p14="http://schemas.microsoft.com/office/powerpoint/2010/main" val="1208444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B7B65E4-A3AC-04AA-3482-9CA6A0204B74}"/>
              </a:ext>
            </a:extLst>
          </p:cNvPr>
          <p:cNvSpPr>
            <a:spLocks noGrp="1"/>
          </p:cNvSpPr>
          <p:nvPr>
            <p:ph type="pic" sz="quarter" idx="10"/>
          </p:nvPr>
        </p:nvSpPr>
        <p:spPr>
          <a:xfrm>
            <a:off x="6755093" y="742950"/>
            <a:ext cx="4760830" cy="6115050"/>
          </a:xfrm>
          <a:custGeom>
            <a:avLst/>
            <a:gdLst>
              <a:gd name="connsiteX0" fmla="*/ 331449 w 4760830"/>
              <a:gd name="connsiteY0" fmla="*/ 0 h 6115050"/>
              <a:gd name="connsiteX1" fmla="*/ 4429381 w 4760830"/>
              <a:gd name="connsiteY1" fmla="*/ 0 h 6115050"/>
              <a:gd name="connsiteX2" fmla="*/ 4760830 w 4760830"/>
              <a:gd name="connsiteY2" fmla="*/ 331449 h 6115050"/>
              <a:gd name="connsiteX3" fmla="*/ 4760830 w 4760830"/>
              <a:gd name="connsiteY3" fmla="*/ 6115050 h 6115050"/>
              <a:gd name="connsiteX4" fmla="*/ 0 w 4760830"/>
              <a:gd name="connsiteY4" fmla="*/ 6115050 h 6115050"/>
              <a:gd name="connsiteX5" fmla="*/ 0 w 4760830"/>
              <a:gd name="connsiteY5" fmla="*/ 331449 h 6115050"/>
              <a:gd name="connsiteX6" fmla="*/ 331449 w 4760830"/>
              <a:gd name="connsiteY6" fmla="*/ 0 h 6115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60830" h="6115050">
                <a:moveTo>
                  <a:pt x="331449" y="0"/>
                </a:moveTo>
                <a:lnTo>
                  <a:pt x="4429381" y="0"/>
                </a:lnTo>
                <a:cubicBezTo>
                  <a:pt x="4612435" y="0"/>
                  <a:pt x="4760830" y="148395"/>
                  <a:pt x="4760830" y="331449"/>
                </a:cubicBezTo>
                <a:lnTo>
                  <a:pt x="4760830" y="6115050"/>
                </a:lnTo>
                <a:lnTo>
                  <a:pt x="0" y="6115050"/>
                </a:lnTo>
                <a:lnTo>
                  <a:pt x="0" y="331449"/>
                </a:lnTo>
                <a:cubicBezTo>
                  <a:pt x="0" y="148395"/>
                  <a:pt x="148395" y="0"/>
                  <a:pt x="331449" y="0"/>
                </a:cubicBezTo>
                <a:close/>
              </a:path>
            </a:pathLst>
          </a:custGeom>
        </p:spPr>
        <p:txBody>
          <a:bodyPr wrap="square">
            <a:noAutofit/>
          </a:bodyPr>
          <a:lstStyle/>
          <a:p>
            <a:endParaRPr lang="en-PK"/>
          </a:p>
        </p:txBody>
      </p:sp>
    </p:spTree>
    <p:extLst>
      <p:ext uri="{BB962C8B-B14F-4D97-AF65-F5344CB8AC3E}">
        <p14:creationId xmlns:p14="http://schemas.microsoft.com/office/powerpoint/2010/main" val="3273054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5F60D-1C4C-191B-0B98-B5303C57FC4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F84F5E17-7F18-EC1C-1CB3-96E017A4C6C9}"/>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7936A13B-6A59-0CA4-88C4-84B538E54B5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4C29A2-7F8C-FC7C-A71F-0C816261A964}"/>
              </a:ext>
            </a:extLst>
          </p:cNvPr>
          <p:cNvSpPr>
            <a:spLocks noGrp="1"/>
          </p:cNvSpPr>
          <p:nvPr>
            <p:ph type="dt" sz="half" idx="10"/>
          </p:nvPr>
        </p:nvSpPr>
        <p:spPr>
          <a:xfrm>
            <a:off x="838200" y="6356350"/>
            <a:ext cx="2743200" cy="365125"/>
          </a:xfrm>
          <a:prstGeom prst="rect">
            <a:avLst/>
          </a:prstGeom>
        </p:spPr>
        <p:txBody>
          <a:bodyPr/>
          <a:lstStyle/>
          <a:p>
            <a:fld id="{920791C6-F0B2-424F-A849-BCBA58B592E6}" type="datetimeFigureOut">
              <a:rPr lang="en-PK" smtClean="0"/>
              <a:t>10/11/2024</a:t>
            </a:fld>
            <a:endParaRPr lang="en-PK"/>
          </a:p>
        </p:txBody>
      </p:sp>
      <p:sp>
        <p:nvSpPr>
          <p:cNvPr id="6" name="Footer Placeholder 5">
            <a:extLst>
              <a:ext uri="{FF2B5EF4-FFF2-40B4-BE49-F238E27FC236}">
                <a16:creationId xmlns:a16="http://schemas.microsoft.com/office/drawing/2014/main" id="{3B572752-5BF4-359D-C107-80F8F242A219}"/>
              </a:ext>
            </a:extLst>
          </p:cNvPr>
          <p:cNvSpPr>
            <a:spLocks noGrp="1"/>
          </p:cNvSpPr>
          <p:nvPr>
            <p:ph type="ftr" sz="quarter" idx="11"/>
          </p:nvPr>
        </p:nvSpPr>
        <p:spPr>
          <a:xfrm>
            <a:off x="4038600" y="6356350"/>
            <a:ext cx="4114800" cy="365125"/>
          </a:xfrm>
          <a:prstGeom prst="rect">
            <a:avLst/>
          </a:prstGeom>
        </p:spPr>
        <p:txBody>
          <a:bodyPr/>
          <a:lstStyle/>
          <a:p>
            <a:endParaRPr lang="en-PK"/>
          </a:p>
        </p:txBody>
      </p:sp>
      <p:sp>
        <p:nvSpPr>
          <p:cNvPr id="7" name="Slide Number Placeholder 6">
            <a:extLst>
              <a:ext uri="{FF2B5EF4-FFF2-40B4-BE49-F238E27FC236}">
                <a16:creationId xmlns:a16="http://schemas.microsoft.com/office/drawing/2014/main" id="{8C599DA4-C1EC-F2B7-E3BA-C8B18D476008}"/>
              </a:ext>
            </a:extLst>
          </p:cNvPr>
          <p:cNvSpPr>
            <a:spLocks noGrp="1"/>
          </p:cNvSpPr>
          <p:nvPr>
            <p:ph type="sldNum" sz="quarter" idx="12"/>
          </p:nvPr>
        </p:nvSpPr>
        <p:spPr>
          <a:xfrm>
            <a:off x="8610600" y="6356350"/>
            <a:ext cx="2743200" cy="365125"/>
          </a:xfrm>
          <a:prstGeom prst="rect">
            <a:avLst/>
          </a:prstGeom>
        </p:spPr>
        <p:txBody>
          <a:bodyPr/>
          <a:lstStyle/>
          <a:p>
            <a:fld id="{CBA9F42C-A6BC-41EA-B897-ECA20770E230}" type="slidenum">
              <a:rPr lang="en-PK" smtClean="0"/>
              <a:t>‹Nr.›</a:t>
            </a:fld>
            <a:endParaRPr lang="en-PK"/>
          </a:p>
        </p:txBody>
      </p:sp>
    </p:spTree>
    <p:extLst>
      <p:ext uri="{BB962C8B-B14F-4D97-AF65-F5344CB8AC3E}">
        <p14:creationId xmlns:p14="http://schemas.microsoft.com/office/powerpoint/2010/main" val="1209495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71AC4-3A92-8A2D-B5DC-60322E548A9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E1B34DBD-E073-3490-4F43-E2D512064954}"/>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CB22F035-6E81-5010-BF55-BDB347AF5ED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25CAF4-1B23-5636-91E3-6258E14ECFEC}"/>
              </a:ext>
            </a:extLst>
          </p:cNvPr>
          <p:cNvSpPr>
            <a:spLocks noGrp="1"/>
          </p:cNvSpPr>
          <p:nvPr>
            <p:ph type="dt" sz="half" idx="10"/>
          </p:nvPr>
        </p:nvSpPr>
        <p:spPr>
          <a:xfrm>
            <a:off x="838200" y="6356350"/>
            <a:ext cx="2743200" cy="365125"/>
          </a:xfrm>
          <a:prstGeom prst="rect">
            <a:avLst/>
          </a:prstGeom>
        </p:spPr>
        <p:txBody>
          <a:bodyPr/>
          <a:lstStyle/>
          <a:p>
            <a:fld id="{920791C6-F0B2-424F-A849-BCBA58B592E6}" type="datetimeFigureOut">
              <a:rPr lang="en-PK" smtClean="0"/>
              <a:t>10/11/2024</a:t>
            </a:fld>
            <a:endParaRPr lang="en-PK"/>
          </a:p>
        </p:txBody>
      </p:sp>
      <p:sp>
        <p:nvSpPr>
          <p:cNvPr id="6" name="Footer Placeholder 5">
            <a:extLst>
              <a:ext uri="{FF2B5EF4-FFF2-40B4-BE49-F238E27FC236}">
                <a16:creationId xmlns:a16="http://schemas.microsoft.com/office/drawing/2014/main" id="{F7241967-06B6-9924-2AE9-B34E8D1BBB0A}"/>
              </a:ext>
            </a:extLst>
          </p:cNvPr>
          <p:cNvSpPr>
            <a:spLocks noGrp="1"/>
          </p:cNvSpPr>
          <p:nvPr>
            <p:ph type="ftr" sz="quarter" idx="11"/>
          </p:nvPr>
        </p:nvSpPr>
        <p:spPr>
          <a:xfrm>
            <a:off x="4038600" y="6356350"/>
            <a:ext cx="4114800" cy="365125"/>
          </a:xfrm>
          <a:prstGeom prst="rect">
            <a:avLst/>
          </a:prstGeom>
        </p:spPr>
        <p:txBody>
          <a:bodyPr/>
          <a:lstStyle/>
          <a:p>
            <a:endParaRPr lang="en-PK"/>
          </a:p>
        </p:txBody>
      </p:sp>
      <p:sp>
        <p:nvSpPr>
          <p:cNvPr id="7" name="Slide Number Placeholder 6">
            <a:extLst>
              <a:ext uri="{FF2B5EF4-FFF2-40B4-BE49-F238E27FC236}">
                <a16:creationId xmlns:a16="http://schemas.microsoft.com/office/drawing/2014/main" id="{EF1D4299-DCB4-FA59-663F-6ACD0D18E01A}"/>
              </a:ext>
            </a:extLst>
          </p:cNvPr>
          <p:cNvSpPr>
            <a:spLocks noGrp="1"/>
          </p:cNvSpPr>
          <p:nvPr>
            <p:ph type="sldNum" sz="quarter" idx="12"/>
          </p:nvPr>
        </p:nvSpPr>
        <p:spPr>
          <a:xfrm>
            <a:off x="8610600" y="6356350"/>
            <a:ext cx="2743200" cy="365125"/>
          </a:xfrm>
          <a:prstGeom prst="rect">
            <a:avLst/>
          </a:prstGeom>
        </p:spPr>
        <p:txBody>
          <a:bodyPr/>
          <a:lstStyle/>
          <a:p>
            <a:fld id="{CBA9F42C-A6BC-41EA-B897-ECA20770E230}" type="slidenum">
              <a:rPr lang="en-PK" smtClean="0"/>
              <a:t>‹Nr.›</a:t>
            </a:fld>
            <a:endParaRPr lang="en-PK"/>
          </a:p>
        </p:txBody>
      </p:sp>
    </p:spTree>
    <p:extLst>
      <p:ext uri="{BB962C8B-B14F-4D97-AF65-F5344CB8AC3E}">
        <p14:creationId xmlns:p14="http://schemas.microsoft.com/office/powerpoint/2010/main" val="3426249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3DBE5-3480-89E0-8D42-1208D2C9BBE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1C8360B-F331-A0B4-51AE-BA04F359E464}"/>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35B1E0F-8BBE-0164-A192-CC073A47DBA9}"/>
              </a:ext>
            </a:extLst>
          </p:cNvPr>
          <p:cNvSpPr>
            <a:spLocks noGrp="1"/>
          </p:cNvSpPr>
          <p:nvPr>
            <p:ph type="dt" sz="half" idx="10"/>
          </p:nvPr>
        </p:nvSpPr>
        <p:spPr>
          <a:xfrm>
            <a:off x="838200" y="6356350"/>
            <a:ext cx="2743200" cy="365125"/>
          </a:xfrm>
          <a:prstGeom prst="rect">
            <a:avLst/>
          </a:prstGeom>
        </p:spPr>
        <p:txBody>
          <a:bodyPr/>
          <a:lstStyle/>
          <a:p>
            <a:fld id="{920791C6-F0B2-424F-A849-BCBA58B592E6}" type="datetimeFigureOut">
              <a:rPr lang="en-PK" smtClean="0"/>
              <a:t>10/11/2024</a:t>
            </a:fld>
            <a:endParaRPr lang="en-PK"/>
          </a:p>
        </p:txBody>
      </p:sp>
      <p:sp>
        <p:nvSpPr>
          <p:cNvPr id="5" name="Footer Placeholder 4">
            <a:extLst>
              <a:ext uri="{FF2B5EF4-FFF2-40B4-BE49-F238E27FC236}">
                <a16:creationId xmlns:a16="http://schemas.microsoft.com/office/drawing/2014/main" id="{79BA35E9-7E16-7EAE-B7B3-5194539055BF}"/>
              </a:ext>
            </a:extLst>
          </p:cNvPr>
          <p:cNvSpPr>
            <a:spLocks noGrp="1"/>
          </p:cNvSpPr>
          <p:nvPr>
            <p:ph type="ftr" sz="quarter" idx="11"/>
          </p:nvPr>
        </p:nvSpPr>
        <p:spPr>
          <a:xfrm>
            <a:off x="4038600" y="6356350"/>
            <a:ext cx="4114800" cy="365125"/>
          </a:xfrm>
          <a:prstGeom prst="rect">
            <a:avLst/>
          </a:prstGeom>
        </p:spPr>
        <p:txBody>
          <a:bodyPr/>
          <a:lstStyle/>
          <a:p>
            <a:endParaRPr lang="en-PK"/>
          </a:p>
        </p:txBody>
      </p:sp>
      <p:sp>
        <p:nvSpPr>
          <p:cNvPr id="6" name="Slide Number Placeholder 5">
            <a:extLst>
              <a:ext uri="{FF2B5EF4-FFF2-40B4-BE49-F238E27FC236}">
                <a16:creationId xmlns:a16="http://schemas.microsoft.com/office/drawing/2014/main" id="{F6453EC1-AFD8-F273-422D-6057CF43615F}"/>
              </a:ext>
            </a:extLst>
          </p:cNvPr>
          <p:cNvSpPr>
            <a:spLocks noGrp="1"/>
          </p:cNvSpPr>
          <p:nvPr>
            <p:ph type="sldNum" sz="quarter" idx="12"/>
          </p:nvPr>
        </p:nvSpPr>
        <p:spPr>
          <a:xfrm>
            <a:off x="8610600" y="6356350"/>
            <a:ext cx="2743200" cy="365125"/>
          </a:xfrm>
          <a:prstGeom prst="rect">
            <a:avLst/>
          </a:prstGeom>
        </p:spPr>
        <p:txBody>
          <a:bodyPr/>
          <a:lstStyle/>
          <a:p>
            <a:fld id="{CBA9F42C-A6BC-41EA-B897-ECA20770E230}" type="slidenum">
              <a:rPr lang="en-PK" smtClean="0"/>
              <a:t>‹Nr.›</a:t>
            </a:fld>
            <a:endParaRPr lang="en-PK"/>
          </a:p>
        </p:txBody>
      </p:sp>
    </p:spTree>
    <p:extLst>
      <p:ext uri="{BB962C8B-B14F-4D97-AF65-F5344CB8AC3E}">
        <p14:creationId xmlns:p14="http://schemas.microsoft.com/office/powerpoint/2010/main" val="2860329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DAE0B5-66FE-802F-55D1-AAA048DB8EF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BEA9A98-BB79-76A0-77DC-27B78137EDB8}"/>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52B57F4-4BA1-77DE-BBF7-C41DCD87DC6E}"/>
              </a:ext>
            </a:extLst>
          </p:cNvPr>
          <p:cNvSpPr>
            <a:spLocks noGrp="1"/>
          </p:cNvSpPr>
          <p:nvPr>
            <p:ph type="dt" sz="half" idx="10"/>
          </p:nvPr>
        </p:nvSpPr>
        <p:spPr>
          <a:xfrm>
            <a:off x="838200" y="6356350"/>
            <a:ext cx="2743200" cy="365125"/>
          </a:xfrm>
          <a:prstGeom prst="rect">
            <a:avLst/>
          </a:prstGeom>
        </p:spPr>
        <p:txBody>
          <a:bodyPr/>
          <a:lstStyle/>
          <a:p>
            <a:fld id="{920791C6-F0B2-424F-A849-BCBA58B592E6}" type="datetimeFigureOut">
              <a:rPr lang="en-PK" smtClean="0"/>
              <a:t>10/11/2024</a:t>
            </a:fld>
            <a:endParaRPr lang="en-PK"/>
          </a:p>
        </p:txBody>
      </p:sp>
      <p:sp>
        <p:nvSpPr>
          <p:cNvPr id="5" name="Footer Placeholder 4">
            <a:extLst>
              <a:ext uri="{FF2B5EF4-FFF2-40B4-BE49-F238E27FC236}">
                <a16:creationId xmlns:a16="http://schemas.microsoft.com/office/drawing/2014/main" id="{8B88C69A-D287-D331-6640-12D6995E5ACA}"/>
              </a:ext>
            </a:extLst>
          </p:cNvPr>
          <p:cNvSpPr>
            <a:spLocks noGrp="1"/>
          </p:cNvSpPr>
          <p:nvPr>
            <p:ph type="ftr" sz="quarter" idx="11"/>
          </p:nvPr>
        </p:nvSpPr>
        <p:spPr>
          <a:xfrm>
            <a:off x="4038600" y="6356350"/>
            <a:ext cx="4114800" cy="365125"/>
          </a:xfrm>
          <a:prstGeom prst="rect">
            <a:avLst/>
          </a:prstGeom>
        </p:spPr>
        <p:txBody>
          <a:bodyPr/>
          <a:lstStyle/>
          <a:p>
            <a:endParaRPr lang="en-PK"/>
          </a:p>
        </p:txBody>
      </p:sp>
      <p:sp>
        <p:nvSpPr>
          <p:cNvPr id="6" name="Slide Number Placeholder 5">
            <a:extLst>
              <a:ext uri="{FF2B5EF4-FFF2-40B4-BE49-F238E27FC236}">
                <a16:creationId xmlns:a16="http://schemas.microsoft.com/office/drawing/2014/main" id="{124687BA-C75A-3620-4BE0-7906AE8D56FC}"/>
              </a:ext>
            </a:extLst>
          </p:cNvPr>
          <p:cNvSpPr>
            <a:spLocks noGrp="1"/>
          </p:cNvSpPr>
          <p:nvPr>
            <p:ph type="sldNum" sz="quarter" idx="12"/>
          </p:nvPr>
        </p:nvSpPr>
        <p:spPr>
          <a:xfrm>
            <a:off x="8610600" y="6356350"/>
            <a:ext cx="2743200" cy="365125"/>
          </a:xfrm>
          <a:prstGeom prst="rect">
            <a:avLst/>
          </a:prstGeom>
        </p:spPr>
        <p:txBody>
          <a:bodyPr/>
          <a:lstStyle/>
          <a:p>
            <a:fld id="{CBA9F42C-A6BC-41EA-B897-ECA20770E230}" type="slidenum">
              <a:rPr lang="en-PK" smtClean="0"/>
              <a:t>‹Nr.›</a:t>
            </a:fld>
            <a:endParaRPr lang="en-PK"/>
          </a:p>
        </p:txBody>
      </p:sp>
    </p:spTree>
    <p:extLst>
      <p:ext uri="{BB962C8B-B14F-4D97-AF65-F5344CB8AC3E}">
        <p14:creationId xmlns:p14="http://schemas.microsoft.com/office/powerpoint/2010/main" val="2311675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2103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F:\Video\Modul_1_Onlinekurs\Background2.jpg">
            <a:extLst>
              <a:ext uri="{FF2B5EF4-FFF2-40B4-BE49-F238E27FC236}">
                <a16:creationId xmlns:a16="http://schemas.microsoft.com/office/drawing/2014/main" id="{7365E0C0-3718-6246-2155-4E53993EAB9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2" y="0"/>
            <a:ext cx="121920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grey silhouette of a person's head&#10;&#10;Description automatically generated">
            <a:extLst>
              <a:ext uri="{FF2B5EF4-FFF2-40B4-BE49-F238E27FC236}">
                <a16:creationId xmlns:a16="http://schemas.microsoft.com/office/drawing/2014/main" id="{13045EAD-E0E7-AACA-3D87-2E207F8F59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50365" y="393209"/>
            <a:ext cx="2128872" cy="912374"/>
          </a:xfrm>
          <a:prstGeom prst="rect">
            <a:avLst/>
          </a:prstGeom>
        </p:spPr>
      </p:pic>
      <p:grpSp>
        <p:nvGrpSpPr>
          <p:cNvPr id="12" name="Group 11">
            <a:extLst>
              <a:ext uri="{FF2B5EF4-FFF2-40B4-BE49-F238E27FC236}">
                <a16:creationId xmlns:a16="http://schemas.microsoft.com/office/drawing/2014/main" id="{A371BF96-B72A-7D4A-F64E-5600B7088657}"/>
              </a:ext>
            </a:extLst>
          </p:cNvPr>
          <p:cNvGrpSpPr/>
          <p:nvPr/>
        </p:nvGrpSpPr>
        <p:grpSpPr>
          <a:xfrm>
            <a:off x="2176464" y="2738797"/>
            <a:ext cx="7876674" cy="2620309"/>
            <a:chOff x="2176464" y="2617661"/>
            <a:chExt cx="7876674" cy="2620309"/>
          </a:xfrm>
        </p:grpSpPr>
        <p:sp>
          <p:nvSpPr>
            <p:cNvPr id="5" name="TextBox 4">
              <a:extLst>
                <a:ext uri="{FF2B5EF4-FFF2-40B4-BE49-F238E27FC236}">
                  <a16:creationId xmlns:a16="http://schemas.microsoft.com/office/drawing/2014/main" id="{83B5E78C-9ADD-3425-29C7-3BB5980FC0C9}"/>
                </a:ext>
              </a:extLst>
            </p:cNvPr>
            <p:cNvSpPr txBox="1"/>
            <p:nvPr/>
          </p:nvSpPr>
          <p:spPr>
            <a:xfrm>
              <a:off x="2762054" y="3483644"/>
              <a:ext cx="6667888" cy="1754326"/>
            </a:xfrm>
            <a:prstGeom prst="rect">
              <a:avLst/>
            </a:prstGeom>
            <a:noFill/>
          </p:spPr>
          <p:txBody>
            <a:bodyPr wrap="square">
              <a:spAutoFit/>
            </a:bodyPr>
            <a:lstStyle/>
            <a:p>
              <a:pPr algn="ctr"/>
              <a:r>
                <a:rPr lang="de-DE" sz="5400" dirty="0">
                  <a:solidFill>
                    <a:srgbClr val="6E5537"/>
                  </a:solidFill>
                </a:rPr>
                <a:t>Wiederholung</a:t>
              </a:r>
              <a:r>
                <a:rPr lang="en-US" sz="5400" dirty="0">
                  <a:solidFill>
                    <a:srgbClr val="6E5537"/>
                  </a:solidFill>
                </a:rPr>
                <a:t> bioLogic-Items</a:t>
              </a:r>
              <a:endParaRPr lang="en-PK" sz="5400" dirty="0">
                <a:solidFill>
                  <a:srgbClr val="6E5537"/>
                </a:solidFill>
              </a:endParaRPr>
            </a:p>
          </p:txBody>
        </p:sp>
        <p:sp>
          <p:nvSpPr>
            <p:cNvPr id="8" name="TextBox 7">
              <a:extLst>
                <a:ext uri="{FF2B5EF4-FFF2-40B4-BE49-F238E27FC236}">
                  <a16:creationId xmlns:a16="http://schemas.microsoft.com/office/drawing/2014/main" id="{6ACBD946-D117-00F4-78DD-AB52FE3E74ED}"/>
                </a:ext>
              </a:extLst>
            </p:cNvPr>
            <p:cNvSpPr txBox="1"/>
            <p:nvPr/>
          </p:nvSpPr>
          <p:spPr>
            <a:xfrm>
              <a:off x="2176464" y="2617661"/>
              <a:ext cx="7876674" cy="1107996"/>
            </a:xfrm>
            <a:prstGeom prst="rect">
              <a:avLst/>
            </a:prstGeom>
            <a:noFill/>
          </p:spPr>
          <p:txBody>
            <a:bodyPr wrap="square">
              <a:spAutoFit/>
            </a:bodyPr>
            <a:lstStyle/>
            <a:p>
              <a:pPr algn="ctr"/>
              <a:r>
                <a:rPr lang="en-US" sz="6600" dirty="0">
                  <a:solidFill>
                    <a:srgbClr val="707072"/>
                  </a:solidFill>
                </a:rPr>
                <a:t>MODUL</a:t>
              </a:r>
              <a:endParaRPr lang="en-PK" sz="6600" dirty="0">
                <a:solidFill>
                  <a:srgbClr val="707072"/>
                </a:solidFill>
              </a:endParaRPr>
            </a:p>
          </p:txBody>
        </p:sp>
        <p:cxnSp>
          <p:nvCxnSpPr>
            <p:cNvPr id="6" name="Straight Connector 5">
              <a:extLst>
                <a:ext uri="{FF2B5EF4-FFF2-40B4-BE49-F238E27FC236}">
                  <a16:creationId xmlns:a16="http://schemas.microsoft.com/office/drawing/2014/main" id="{2F8F4E4A-F6D6-C4DD-756F-545AAE2AB643}"/>
                </a:ext>
              </a:extLst>
            </p:cNvPr>
            <p:cNvCxnSpPr/>
            <p:nvPr/>
          </p:nvCxnSpPr>
          <p:spPr>
            <a:xfrm flipH="1">
              <a:off x="2476500" y="3172525"/>
              <a:ext cx="1549400" cy="0"/>
            </a:xfrm>
            <a:prstGeom prst="line">
              <a:avLst/>
            </a:prstGeom>
            <a:ln w="22225">
              <a:gradFill>
                <a:gsLst>
                  <a:gs pos="0">
                    <a:srgbClr val="6E5537"/>
                  </a:gs>
                  <a:gs pos="100000">
                    <a:schemeClr val="bg1"/>
                  </a:gs>
                </a:gsLst>
                <a:lin ang="0" scaled="0"/>
              </a:gra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312C498-9D19-FC11-BCD4-82F7F2B79B9A}"/>
                </a:ext>
              </a:extLst>
            </p:cNvPr>
            <p:cNvCxnSpPr>
              <a:cxnSpLocks/>
            </p:cNvCxnSpPr>
            <p:nvPr/>
          </p:nvCxnSpPr>
          <p:spPr>
            <a:xfrm>
              <a:off x="8242300" y="3172525"/>
              <a:ext cx="1549400" cy="0"/>
            </a:xfrm>
            <a:prstGeom prst="line">
              <a:avLst/>
            </a:prstGeom>
            <a:ln w="22225">
              <a:gradFill>
                <a:gsLst>
                  <a:gs pos="0">
                    <a:srgbClr val="6E5537"/>
                  </a:gs>
                  <a:gs pos="10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0143931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8763D948-4198-EDD5-69B2-9B5253A35510}"/>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E8CE61B9-E6DE-0644-4AB0-9936310C901C}"/>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„SACH-Bezogenheit“</a:t>
            </a:r>
          </a:p>
        </p:txBody>
      </p:sp>
      <p:grpSp>
        <p:nvGrpSpPr>
          <p:cNvPr id="2" name="Group 11">
            <a:extLst>
              <a:ext uri="{FF2B5EF4-FFF2-40B4-BE49-F238E27FC236}">
                <a16:creationId xmlns:a16="http://schemas.microsoft.com/office/drawing/2014/main" id="{3BFC430C-7627-7374-105C-3C6719C9911B}"/>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2A16E95E-273C-3E63-00F9-7F124FA9CC1D}"/>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6A4059B9-ADD5-2CF4-ACA3-14DE6E5DD323}"/>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5AF77032-BA2C-F9DE-24EB-ACD0DCEB10CF}"/>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B71FDA74-45AB-BCC6-F600-29AD7C5A76DC}"/>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104D10A0-0E39-C1C7-2E19-BAAD7F9159BF}"/>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C55C0C6E-FBC2-4234-653A-AADE33D9B7FD}"/>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5FBA937E-94C9-B0CB-D315-CE8DA45806A0}"/>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59837242-4A4D-58CD-1EC6-BA03F4AB5082}"/>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84F5758E-2184-DB70-D140-1AC9968B0BBB}"/>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687867C7-CB10-0C6F-5382-CAC2D9B06742}"/>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03C94531-33EA-F5CA-2AA8-0C55510B23B8}"/>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A09E28AB-8E84-6873-C606-470A9B6AEFC6}"/>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A37D7E18-8093-AC24-7569-1669EFA04075}"/>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C9160561-BF29-0DF1-A463-8505F347E2AE}"/>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C65E99E9-EDAA-370C-6F43-B5FDB3B4F0EF}"/>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9BE34B25-AF7D-1557-8DC3-C79F0849E6D3}"/>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59F292C2-20DE-BE3B-E949-1CFA23151C29}"/>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1397CA30-2F9F-DE01-602B-1B20E20D8C0C}"/>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5E35004E-1BC8-DE64-C196-5CD39535EFA5}"/>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500A07D7-2A7B-A2C8-A066-147560DAF9F9}"/>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341282081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77CB0368-B965-645F-9A47-BF1574343E47}"/>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15EA7D87-8F83-BCED-FD48-0F7F604BC1C5}"/>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C25719CE-8419-28F0-2B6D-C4EAD1659A01}"/>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„SACH-Bezogenheit“</a:t>
            </a:r>
          </a:p>
        </p:txBody>
      </p:sp>
      <p:grpSp>
        <p:nvGrpSpPr>
          <p:cNvPr id="2" name="Group 11">
            <a:extLst>
              <a:ext uri="{FF2B5EF4-FFF2-40B4-BE49-F238E27FC236}">
                <a16:creationId xmlns:a16="http://schemas.microsoft.com/office/drawing/2014/main" id="{1AA58DC3-3374-38AA-CB66-CBDC455186DF}"/>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088746EF-ABEB-BF0B-3D2A-5261E8B5927F}"/>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AE9C5B2C-EC80-2395-65AC-14BFA7C0C899}"/>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E8A6C858-A43F-4D1D-36CC-5B8751038597}"/>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B97B6515-A022-3420-3483-673B03A54BC7}"/>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A049CDE9-F8C1-E272-8D78-22E0F0B97625}"/>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8DC16AA2-D17C-CB00-D694-1138C3B09064}"/>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0F931A7C-38B6-3765-0B9D-943154147A0F}"/>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44ED1688-2470-432A-A409-85E26A519627}"/>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5E2C6EB5-3C62-C982-23CB-128C08076E58}"/>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0008ED89-A026-0F8D-63DA-2EF801C12F7B}"/>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7FD9DF4B-86C6-27DD-2093-CDC0BDF3C972}"/>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E9EA4531-0154-AB4F-0BB3-5DD53E282013}"/>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CAE4FE01-DFE3-9B88-91EC-ABA28F1C217D}"/>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F6ED9567-9D7A-4DEE-185C-5AFD17876968}"/>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ACEA1CFE-AC2D-1180-3100-9F7777729DDE}"/>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677505D1-E833-C378-6FEB-21B111467D99}"/>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6D5D6C35-76C2-48E1-BD89-0FAB94D89AEE}"/>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E1809C82-8ED3-4D75-F9C8-C85D32AABDDC}"/>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632B9DAA-FE2F-37EE-60BD-2458F28B2EF8}"/>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38" name="Rectangle 12">
            <a:extLst>
              <a:ext uri="{FF2B5EF4-FFF2-40B4-BE49-F238E27FC236}">
                <a16:creationId xmlns:a16="http://schemas.microsoft.com/office/drawing/2014/main" id="{76B55B4A-CCDB-B4BA-8FD7-AB3D4196DCA5}"/>
              </a:ext>
            </a:extLst>
          </p:cNvPr>
          <p:cNvSpPr/>
          <p:nvPr/>
        </p:nvSpPr>
        <p:spPr>
          <a:xfrm>
            <a:off x="5477855" y="4769546"/>
            <a:ext cx="6384752" cy="946370"/>
          </a:xfrm>
          <a:prstGeom prst="rect">
            <a:avLst/>
          </a:prstGeom>
          <a:solidFill>
            <a:srgbClr val="005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600" dirty="0"/>
              <a:t> ANALYTISCH</a:t>
            </a:r>
            <a:endParaRPr lang="en-PK" sz="2400" dirty="0"/>
          </a:p>
        </p:txBody>
      </p:sp>
      <p:grpSp>
        <p:nvGrpSpPr>
          <p:cNvPr id="39" name="Gruppieren 38">
            <a:extLst>
              <a:ext uri="{FF2B5EF4-FFF2-40B4-BE49-F238E27FC236}">
                <a16:creationId xmlns:a16="http://schemas.microsoft.com/office/drawing/2014/main" id="{7AE7D3CA-2029-C48D-CD18-B19A90E21DCE}"/>
              </a:ext>
            </a:extLst>
          </p:cNvPr>
          <p:cNvGrpSpPr>
            <a:grpSpLocks noChangeAspect="1"/>
          </p:cNvGrpSpPr>
          <p:nvPr/>
        </p:nvGrpSpPr>
        <p:grpSpPr>
          <a:xfrm>
            <a:off x="9155324" y="3748655"/>
            <a:ext cx="2880000" cy="2880000"/>
            <a:chOff x="6877158" y="1088999"/>
            <a:chExt cx="4680000" cy="4680000"/>
          </a:xfrm>
        </p:grpSpPr>
        <p:grpSp>
          <p:nvGrpSpPr>
            <p:cNvPr id="49" name="Group 20">
              <a:extLst>
                <a:ext uri="{FF2B5EF4-FFF2-40B4-BE49-F238E27FC236}">
                  <a16:creationId xmlns:a16="http://schemas.microsoft.com/office/drawing/2014/main" id="{160FF3C4-441B-891A-6015-74A6489BC0E9}"/>
                </a:ext>
              </a:extLst>
            </p:cNvPr>
            <p:cNvGrpSpPr/>
            <p:nvPr/>
          </p:nvGrpSpPr>
          <p:grpSpPr>
            <a:xfrm>
              <a:off x="6877158" y="1088999"/>
              <a:ext cx="4680000" cy="4680000"/>
              <a:chOff x="5743302" y="441234"/>
              <a:chExt cx="5975532" cy="5975532"/>
            </a:xfrm>
          </p:grpSpPr>
          <p:sp>
            <p:nvSpPr>
              <p:cNvPr id="51" name="Oval 2">
                <a:extLst>
                  <a:ext uri="{FF2B5EF4-FFF2-40B4-BE49-F238E27FC236}">
                    <a16:creationId xmlns:a16="http://schemas.microsoft.com/office/drawing/2014/main" id="{5E9C6AC1-51AF-60EB-BED0-06AE9F425BCD}"/>
                  </a:ext>
                </a:extLst>
              </p:cNvPr>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52" name="Oval 11">
                <a:extLst>
                  <a:ext uri="{FF2B5EF4-FFF2-40B4-BE49-F238E27FC236}">
                    <a16:creationId xmlns:a16="http://schemas.microsoft.com/office/drawing/2014/main" id="{C9E5871F-0BF4-85C8-4289-0F1389834026}"/>
                  </a:ext>
                </a:extLst>
              </p:cNvPr>
              <p:cNvSpPr/>
              <p:nvPr/>
            </p:nvSpPr>
            <p:spPr>
              <a:xfrm>
                <a:off x="5940243" y="638175"/>
                <a:ext cx="5581650" cy="5581650"/>
              </a:xfrm>
              <a:prstGeom prst="ellipse">
                <a:avLst/>
              </a:prstGeom>
              <a:noFill/>
              <a:ln w="28575">
                <a:solidFill>
                  <a:srgbClr val="0051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50" name="Grafik 49">
              <a:extLst>
                <a:ext uri="{FF2B5EF4-FFF2-40B4-BE49-F238E27FC236}">
                  <a16:creationId xmlns:a16="http://schemas.microsoft.com/office/drawing/2014/main" id="{7D2ACF5B-E4B7-7FA6-0A31-60DCF14118D3}"/>
                </a:ext>
              </a:extLst>
            </p:cNvPr>
            <p:cNvPicPr>
              <a:picLocks noChangeAspect="1"/>
            </p:cNvPicPr>
            <p:nvPr/>
          </p:nvPicPr>
          <p:blipFill>
            <a:blip r:embed="rId3"/>
            <a:stretch>
              <a:fillRect/>
            </a:stretch>
          </p:blipFill>
          <p:spPr>
            <a:xfrm>
              <a:off x="7827387" y="1615795"/>
              <a:ext cx="2809715" cy="3193949"/>
            </a:xfrm>
            <a:prstGeom prst="rect">
              <a:avLst/>
            </a:prstGeom>
          </p:spPr>
        </p:pic>
      </p:grpSp>
    </p:spTree>
    <p:extLst>
      <p:ext uri="{BB962C8B-B14F-4D97-AF65-F5344CB8AC3E}">
        <p14:creationId xmlns:p14="http://schemas.microsoft.com/office/powerpoint/2010/main" val="2516300250"/>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96B79EC8-4792-70DF-3F9A-F45256C88637}"/>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83FEAF64-1444-2647-DD22-21057E68CD71}"/>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076A5054-7B76-DD47-E0DB-D021AF45E0A6}"/>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„Geselligkeit“</a:t>
            </a:r>
          </a:p>
        </p:txBody>
      </p:sp>
      <p:grpSp>
        <p:nvGrpSpPr>
          <p:cNvPr id="2" name="Group 11">
            <a:extLst>
              <a:ext uri="{FF2B5EF4-FFF2-40B4-BE49-F238E27FC236}">
                <a16:creationId xmlns:a16="http://schemas.microsoft.com/office/drawing/2014/main" id="{A3861957-FAFE-EA13-2F7F-C950239FD189}"/>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24AF39CD-BE1D-54F4-0464-51340A7ABD9E}"/>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35ABCEAF-E69E-366E-5E83-BF95B47FDEE2}"/>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83A44CD2-AEE4-1E2D-F698-C8F06D08D022}"/>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17CA32C9-73C3-4437-0DBF-311329B88BA9}"/>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741F12D1-EA9A-19AB-CAC6-66C8CF817430}"/>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6EA29942-C691-1BA8-3876-B9E61F9DC452}"/>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CDA49768-F1EF-23E7-E133-DA60DB921DBA}"/>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19A89BE4-F6D7-D08E-67FD-7BA1918735E2}"/>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F55C1DFC-624A-1BE1-7843-2467F8CE222D}"/>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1FDDF51C-FF6D-179C-7729-95B082FCA0F3}"/>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CDCD0AF3-4251-6957-279D-00C299ABF092}"/>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63156C1A-9385-DAF9-5E96-115A4C015D82}"/>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8ED769F7-FDB1-5C95-9A8C-2BFCC3BBAD9E}"/>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56DA00C1-D7D1-6521-8C5A-B3633ECD271C}"/>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E7FD934D-98F1-E69D-A232-8F45C3738D99}"/>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2C6FE52D-28B5-79EA-B638-1D8898A2A64B}"/>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53F81003-AE72-1205-4487-C04486A8E00A}"/>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AC5CAB0A-8F92-C29B-D8AB-9F34391B8F42}"/>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251409D0-A8BA-58B1-9C35-95E61D1FA825}"/>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22A02374-D469-55A2-4251-E988ABEB80D4}"/>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36186084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5E25E083-EDD0-8386-D3B9-EC97E20D467F}"/>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F8C6036-2E50-D8FB-DC06-DF876A4BCFAB}"/>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5BE074CC-4BAF-AF28-6177-60F490CE7ACD}"/>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„Geselligkeit“</a:t>
            </a:r>
          </a:p>
        </p:txBody>
      </p:sp>
      <p:grpSp>
        <p:nvGrpSpPr>
          <p:cNvPr id="2" name="Group 11">
            <a:extLst>
              <a:ext uri="{FF2B5EF4-FFF2-40B4-BE49-F238E27FC236}">
                <a16:creationId xmlns:a16="http://schemas.microsoft.com/office/drawing/2014/main" id="{654CDE2A-3F9F-6744-4078-134DF4FBE111}"/>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03703492-0B64-BCAE-1561-3350D94F32D2}"/>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898D5518-A622-1FB2-AA4D-9987564AEC9E}"/>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C70E471E-0186-96EB-21FB-CC921970142E}"/>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658BF79C-EF3A-E2EE-5707-7602B664F4C2}"/>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DBBC5E8E-A5C2-D771-7164-15FA134E0FC0}"/>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54A79C07-1F28-9717-E378-C85DD1888494}"/>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48C938FC-9201-FC8F-82A4-90BFE198EEFF}"/>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3FBCEA18-8F81-0983-0166-AECB09073BBB}"/>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BDA2E090-1595-4510-AA0C-8A45E0E1BCB1}"/>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E6C4AD13-9B16-3A2B-5AF2-4EAB840C0136}"/>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82F6B614-EC7F-6D08-FD20-9F896BB87CC4}"/>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60D21D5B-72F5-A29D-E26E-F88A304CFBFD}"/>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445BE4FE-3CBE-528A-40E8-339DDF3492EB}"/>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CA7528C2-63F7-681E-36E6-4784693E0CDF}"/>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BC1FDD88-53B1-0002-6785-98665FDF29D5}"/>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8004B341-7366-9E47-8705-617F595605E6}"/>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A5C5C2F7-024F-FCD2-66F3-532B55FA79BB}"/>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94A80769-02F0-3C49-9076-B012AE2B2B22}"/>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D234857B-6C2A-E9F0-466F-4FCA9611D9B9}"/>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Rectangle 12">
            <a:extLst>
              <a:ext uri="{FF2B5EF4-FFF2-40B4-BE49-F238E27FC236}">
                <a16:creationId xmlns:a16="http://schemas.microsoft.com/office/drawing/2014/main" id="{B804919C-2AC6-B230-98D1-BDB46351F5E9}"/>
              </a:ext>
            </a:extLst>
          </p:cNvPr>
          <p:cNvSpPr/>
          <p:nvPr/>
        </p:nvSpPr>
        <p:spPr>
          <a:xfrm>
            <a:off x="5477855" y="4769546"/>
            <a:ext cx="6384752" cy="946370"/>
          </a:xfrm>
          <a:prstGeom prst="rect">
            <a:avLst/>
          </a:prstGeom>
          <a:solidFill>
            <a:srgbClr val="ED8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a:t> </a:t>
            </a:r>
            <a:r>
              <a:rPr lang="de-DE" sz="3600" dirty="0"/>
              <a:t>INTUITIV</a:t>
            </a:r>
            <a:endParaRPr lang="en-PK" dirty="0"/>
          </a:p>
        </p:txBody>
      </p:sp>
      <p:grpSp>
        <p:nvGrpSpPr>
          <p:cNvPr id="5" name="Gruppieren 4">
            <a:extLst>
              <a:ext uri="{FF2B5EF4-FFF2-40B4-BE49-F238E27FC236}">
                <a16:creationId xmlns:a16="http://schemas.microsoft.com/office/drawing/2014/main" id="{773F4DDF-8FF7-0233-6BF1-F92C3C23131E}"/>
              </a:ext>
            </a:extLst>
          </p:cNvPr>
          <p:cNvGrpSpPr>
            <a:grpSpLocks noChangeAspect="1"/>
          </p:cNvGrpSpPr>
          <p:nvPr/>
        </p:nvGrpSpPr>
        <p:grpSpPr>
          <a:xfrm>
            <a:off x="9154480" y="3748568"/>
            <a:ext cx="2880000" cy="2880000"/>
            <a:chOff x="1396923" y="779725"/>
            <a:chExt cx="4680000" cy="4680000"/>
          </a:xfrm>
        </p:grpSpPr>
        <p:grpSp>
          <p:nvGrpSpPr>
            <p:cNvPr id="6" name="Group 20">
              <a:extLst>
                <a:ext uri="{FF2B5EF4-FFF2-40B4-BE49-F238E27FC236}">
                  <a16:creationId xmlns:a16="http://schemas.microsoft.com/office/drawing/2014/main" id="{FDFE8009-0E98-3194-4A66-D2855E229A65}"/>
                </a:ext>
              </a:extLst>
            </p:cNvPr>
            <p:cNvGrpSpPr/>
            <p:nvPr/>
          </p:nvGrpSpPr>
          <p:grpSpPr>
            <a:xfrm>
              <a:off x="1396923" y="779725"/>
              <a:ext cx="4680000" cy="4680000"/>
              <a:chOff x="5743302" y="441234"/>
              <a:chExt cx="5975532" cy="5975532"/>
            </a:xfrm>
          </p:grpSpPr>
          <p:sp>
            <p:nvSpPr>
              <p:cNvPr id="8" name="Oval 2">
                <a:extLst>
                  <a:ext uri="{FF2B5EF4-FFF2-40B4-BE49-F238E27FC236}">
                    <a16:creationId xmlns:a16="http://schemas.microsoft.com/office/drawing/2014/main" id="{48FC3963-9A62-FED1-9312-BAB451A765AF}"/>
                  </a:ext>
                </a:extLst>
              </p:cNvPr>
              <p:cNvSpPr>
                <a:spLocks noChangeAspect="1"/>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9" name="Oval 11">
                <a:extLst>
                  <a:ext uri="{FF2B5EF4-FFF2-40B4-BE49-F238E27FC236}">
                    <a16:creationId xmlns:a16="http://schemas.microsoft.com/office/drawing/2014/main" id="{EE953B7F-EABF-A40B-83AA-E0C33B378752}"/>
                  </a:ext>
                </a:extLst>
              </p:cNvPr>
              <p:cNvSpPr/>
              <p:nvPr/>
            </p:nvSpPr>
            <p:spPr>
              <a:xfrm>
                <a:off x="5940243" y="638175"/>
                <a:ext cx="5581650" cy="5581650"/>
              </a:xfrm>
              <a:prstGeom prst="ellipse">
                <a:avLst/>
              </a:prstGeom>
              <a:noFill/>
              <a:ln w="28575">
                <a:solidFill>
                  <a:srgbClr val="ED80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7" name="Grafik 6">
              <a:extLst>
                <a:ext uri="{FF2B5EF4-FFF2-40B4-BE49-F238E27FC236}">
                  <a16:creationId xmlns:a16="http://schemas.microsoft.com/office/drawing/2014/main" id="{D3A45DEF-D827-C8CA-6279-48F4AE32EA95}"/>
                </a:ext>
              </a:extLst>
            </p:cNvPr>
            <p:cNvPicPr>
              <a:picLocks noChangeAspect="1"/>
            </p:cNvPicPr>
            <p:nvPr/>
          </p:nvPicPr>
          <p:blipFill>
            <a:blip r:embed="rId3"/>
            <a:stretch>
              <a:fillRect/>
            </a:stretch>
          </p:blipFill>
          <p:spPr>
            <a:xfrm>
              <a:off x="2388522" y="1266844"/>
              <a:ext cx="2770199" cy="3270201"/>
            </a:xfrm>
            <a:prstGeom prst="rect">
              <a:avLst/>
            </a:prstGeom>
          </p:spPr>
        </p:pic>
      </p:grpSp>
    </p:spTree>
    <p:extLst>
      <p:ext uri="{BB962C8B-B14F-4D97-AF65-F5344CB8AC3E}">
        <p14:creationId xmlns:p14="http://schemas.microsoft.com/office/powerpoint/2010/main" val="46409868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10A6E0EF-5AC9-C479-B3C3-2C9A9E250B3F}"/>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EDEC9E6A-57AD-F4C0-8717-07B97A93B5DC}"/>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FA111282-01E4-5330-5F1C-60C25F65F520}"/>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„Empathie“</a:t>
            </a:r>
          </a:p>
        </p:txBody>
      </p:sp>
      <p:grpSp>
        <p:nvGrpSpPr>
          <p:cNvPr id="2" name="Group 11">
            <a:extLst>
              <a:ext uri="{FF2B5EF4-FFF2-40B4-BE49-F238E27FC236}">
                <a16:creationId xmlns:a16="http://schemas.microsoft.com/office/drawing/2014/main" id="{6CC1741C-AE46-8256-4221-FDAAAC9407EB}"/>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7D71A0C1-4E03-654A-9AE6-06ABCCA9C3DD}"/>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653309F4-659D-1B94-F465-8FCDF6B9AF20}"/>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8F70AA71-822E-31F7-192F-07D99DB300F9}"/>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7E8C903C-3A82-F6D6-B290-256D06579607}"/>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6E33BD4A-0BA4-BBC2-C7B5-05C9807B8368}"/>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413E8520-5601-4235-A2E5-7DA858BB9849}"/>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012DE141-BC71-8C27-2F03-486AE58B634B}"/>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567F114D-B36F-CF80-748C-663286D701DF}"/>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8EE12DF6-E9FE-AE90-1496-633F948FFEA2}"/>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6771C5F1-2B28-C206-2FF7-6B7FDFBAB20A}"/>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72972CBD-B0A8-DC8B-1224-06031DA1A3FD}"/>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6FB1F6D3-B2AB-4DEE-1828-B460A72508F0}"/>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B67B9396-644E-73A0-F9D8-3DE1EDEB13FC}"/>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E9A71AEC-13EA-4FCE-F26C-70AC8AA2D6B7}"/>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8E552BEC-B8CD-B4E7-87A8-C42A3E22E8CC}"/>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88C9A7E8-5089-95BD-B63F-78E62300C354}"/>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4D039722-B4DE-8E9A-4648-B265897B9890}"/>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5E2A75A4-4C87-56A1-2DC7-5838D233AF53}"/>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6F3C8D69-7254-BE15-A1DD-D4086930F17D}"/>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76AECAE5-2B5F-CA9E-E93F-65E9C622CAF8}"/>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363111115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0C9BAEB1-82D7-A796-BBFA-CFF4C4AA188C}"/>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C93312B3-BAE4-EC76-2457-982E7B26788F}"/>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B0936DFD-67C4-3BD1-A3F0-41E33F938DBF}"/>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„Empathie“</a:t>
            </a:r>
          </a:p>
        </p:txBody>
      </p:sp>
      <p:grpSp>
        <p:nvGrpSpPr>
          <p:cNvPr id="2" name="Group 11">
            <a:extLst>
              <a:ext uri="{FF2B5EF4-FFF2-40B4-BE49-F238E27FC236}">
                <a16:creationId xmlns:a16="http://schemas.microsoft.com/office/drawing/2014/main" id="{E1537E9B-E962-9E76-40E7-C1D13B035D5F}"/>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0C23DDFD-D7B7-0A9A-8707-E54A60C57311}"/>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DAD8BD9F-F30B-4FAB-8FE4-87F92D6A76A8}"/>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8D44BC39-BBCD-76D4-83C5-DA906151EC9C}"/>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A542E970-498A-D2B9-99D3-65513CCB2105}"/>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A2838298-B051-0C1F-963E-7729B3A86C58}"/>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BCE5BB3B-717A-3D1D-1FC7-BFC4CB293C50}"/>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77249625-01FA-0048-2B83-ABE7BB4EE94C}"/>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56FCE390-2D43-EDDF-7657-11C3C5E5FA94}"/>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06AA0832-5515-2946-A707-BF5DA52F7311}"/>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D899F82B-76FF-3C63-12E0-3ADC7C6C3571}"/>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1BA504E3-9C2C-961F-5DFD-44FB89543037}"/>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C1E7CC1E-9ACF-ACA9-4B6C-221AAAA511AB}"/>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BA4BD9AB-D02F-EF09-B3D1-10C9D6FE20BE}"/>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DB84DAFD-24CF-B1B6-7E97-E655F7318274}"/>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1C0D7FC7-D10E-3824-3FD9-D16EAE462444}"/>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C89D9AE1-09AA-4547-1988-4C97449765EC}"/>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36DA2382-9481-2F84-137A-18D6219066F4}"/>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ECF5E688-2850-68B1-AA5B-FBBBF16FD7C9}"/>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E1135645-9339-55A6-462A-DDD98F5EE8C0}"/>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9" name="Rectangle 12">
            <a:extLst>
              <a:ext uri="{FF2B5EF4-FFF2-40B4-BE49-F238E27FC236}">
                <a16:creationId xmlns:a16="http://schemas.microsoft.com/office/drawing/2014/main" id="{EDFC5204-ED4E-C6FE-1573-C491CBBC3881}"/>
              </a:ext>
            </a:extLst>
          </p:cNvPr>
          <p:cNvSpPr/>
          <p:nvPr/>
        </p:nvSpPr>
        <p:spPr>
          <a:xfrm>
            <a:off x="5477855" y="4769546"/>
            <a:ext cx="6384752" cy="946370"/>
          </a:xfrm>
          <a:prstGeom prst="rect">
            <a:avLst/>
          </a:prstGeom>
          <a:solidFill>
            <a:srgbClr val="ED8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a:t> </a:t>
            </a:r>
            <a:r>
              <a:rPr lang="de-DE" sz="3600" dirty="0"/>
              <a:t>INTUITIV</a:t>
            </a:r>
            <a:endParaRPr lang="en-PK" dirty="0"/>
          </a:p>
        </p:txBody>
      </p:sp>
      <p:grpSp>
        <p:nvGrpSpPr>
          <p:cNvPr id="10" name="Gruppieren 9">
            <a:extLst>
              <a:ext uri="{FF2B5EF4-FFF2-40B4-BE49-F238E27FC236}">
                <a16:creationId xmlns:a16="http://schemas.microsoft.com/office/drawing/2014/main" id="{8BCFB4E1-2DF0-3856-30EE-4D6A9BC28646}"/>
              </a:ext>
            </a:extLst>
          </p:cNvPr>
          <p:cNvGrpSpPr>
            <a:grpSpLocks noChangeAspect="1"/>
          </p:cNvGrpSpPr>
          <p:nvPr/>
        </p:nvGrpSpPr>
        <p:grpSpPr>
          <a:xfrm>
            <a:off x="9154480" y="3748568"/>
            <a:ext cx="2880000" cy="2880000"/>
            <a:chOff x="1396923" y="779725"/>
            <a:chExt cx="4680000" cy="4680000"/>
          </a:xfrm>
        </p:grpSpPr>
        <p:grpSp>
          <p:nvGrpSpPr>
            <p:cNvPr id="11" name="Group 20">
              <a:extLst>
                <a:ext uri="{FF2B5EF4-FFF2-40B4-BE49-F238E27FC236}">
                  <a16:creationId xmlns:a16="http://schemas.microsoft.com/office/drawing/2014/main" id="{0F51444C-3722-C50A-E094-B310F081F0A5}"/>
                </a:ext>
              </a:extLst>
            </p:cNvPr>
            <p:cNvGrpSpPr/>
            <p:nvPr/>
          </p:nvGrpSpPr>
          <p:grpSpPr>
            <a:xfrm>
              <a:off x="1396923" y="779725"/>
              <a:ext cx="4680000" cy="4680000"/>
              <a:chOff x="5743302" y="441234"/>
              <a:chExt cx="5975532" cy="5975532"/>
            </a:xfrm>
          </p:grpSpPr>
          <p:sp>
            <p:nvSpPr>
              <p:cNvPr id="13" name="Oval 2">
                <a:extLst>
                  <a:ext uri="{FF2B5EF4-FFF2-40B4-BE49-F238E27FC236}">
                    <a16:creationId xmlns:a16="http://schemas.microsoft.com/office/drawing/2014/main" id="{01279F65-2960-249F-320F-183FC1865815}"/>
                  </a:ext>
                </a:extLst>
              </p:cNvPr>
              <p:cNvSpPr>
                <a:spLocks noChangeAspect="1"/>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4" name="Oval 11">
                <a:extLst>
                  <a:ext uri="{FF2B5EF4-FFF2-40B4-BE49-F238E27FC236}">
                    <a16:creationId xmlns:a16="http://schemas.microsoft.com/office/drawing/2014/main" id="{BF93E127-CC7E-6EB8-97BF-98A014C81372}"/>
                  </a:ext>
                </a:extLst>
              </p:cNvPr>
              <p:cNvSpPr/>
              <p:nvPr/>
            </p:nvSpPr>
            <p:spPr>
              <a:xfrm>
                <a:off x="5940243" y="638175"/>
                <a:ext cx="5581650" cy="5581650"/>
              </a:xfrm>
              <a:prstGeom prst="ellipse">
                <a:avLst/>
              </a:prstGeom>
              <a:noFill/>
              <a:ln w="28575">
                <a:solidFill>
                  <a:srgbClr val="ED80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12" name="Grafik 11">
              <a:extLst>
                <a:ext uri="{FF2B5EF4-FFF2-40B4-BE49-F238E27FC236}">
                  <a16:creationId xmlns:a16="http://schemas.microsoft.com/office/drawing/2014/main" id="{374BF43E-74B9-8664-C35C-D9E3A93D5C85}"/>
                </a:ext>
              </a:extLst>
            </p:cNvPr>
            <p:cNvPicPr>
              <a:picLocks noChangeAspect="1"/>
            </p:cNvPicPr>
            <p:nvPr/>
          </p:nvPicPr>
          <p:blipFill>
            <a:blip r:embed="rId3"/>
            <a:stretch>
              <a:fillRect/>
            </a:stretch>
          </p:blipFill>
          <p:spPr>
            <a:xfrm>
              <a:off x="2388522" y="1266844"/>
              <a:ext cx="2770199" cy="3270201"/>
            </a:xfrm>
            <a:prstGeom prst="rect">
              <a:avLst/>
            </a:prstGeom>
          </p:spPr>
        </p:pic>
      </p:grpSp>
    </p:spTree>
    <p:extLst>
      <p:ext uri="{BB962C8B-B14F-4D97-AF65-F5344CB8AC3E}">
        <p14:creationId xmlns:p14="http://schemas.microsoft.com/office/powerpoint/2010/main" val="111175571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72C96609-3225-6686-36BF-4C7B809D68F6}"/>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EF75D05C-F9AB-2613-599B-06A24159CD94}"/>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3E1C13FB-C7D0-6F20-6C6F-19A649901AFD}"/>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„Leistungsbereitschaft“</a:t>
            </a:r>
          </a:p>
        </p:txBody>
      </p:sp>
      <p:grpSp>
        <p:nvGrpSpPr>
          <p:cNvPr id="2" name="Group 11">
            <a:extLst>
              <a:ext uri="{FF2B5EF4-FFF2-40B4-BE49-F238E27FC236}">
                <a16:creationId xmlns:a16="http://schemas.microsoft.com/office/drawing/2014/main" id="{5C641E24-8F83-F627-C8AC-D542CFF9CF23}"/>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9EF3132B-69D9-C0B3-1B1D-4A15B6E2766B}"/>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2F38230E-6782-5F1F-DAC5-11567B10A03C}"/>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D8E4EC16-7E52-6AAE-329B-66BCCC107CF0}"/>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FFCBAA5C-E679-8D21-9B31-EE5086F6AACD}"/>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9131C7A7-A191-765B-C29E-5E105CCF0B34}"/>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1DF3D78E-F38D-B717-1E87-1DC4BDBCD3B4}"/>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0193BCFE-F37D-8683-41E2-B27701479635}"/>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9C5A0FD3-5E2B-FCD5-99A6-0BE8A7083126}"/>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6C508ACC-40D3-5070-0BE8-CA064D1068B3}"/>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3B7338CA-71EE-8D04-AA2B-C962EA5B232D}"/>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A0CAE77D-AB57-990A-4336-B3368583771B}"/>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9610CB13-D731-18C0-82ED-9906F31B11E4}"/>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A99BA9CC-7012-28EA-5FC9-D30D331A1EB2}"/>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C77A99F2-502A-2CC3-3DDB-B24A18C1EDE2}"/>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C0F40FFF-35FF-33C6-C818-0E105F97A398}"/>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2BD04F3D-6A42-87B9-7378-A8A4792DA5D1}"/>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0CB1BD0B-E849-2DC5-4F14-8D2A8BABF12A}"/>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174A6551-3551-19B4-E10E-54F5ED6CDB77}"/>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9A79BA5E-20EF-9075-F0C2-CA05B21277BB}"/>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A4823493-8BFE-5AB7-654A-41983B913B78}"/>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2616777879"/>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109F1A1B-90B7-B235-29AC-9B0419A4370B}"/>
            </a:ext>
          </a:extLst>
        </p:cNvPr>
        <p:cNvGrpSpPr/>
        <p:nvPr/>
      </p:nvGrpSpPr>
      <p:grpSpPr>
        <a:xfrm>
          <a:off x="0" y="0"/>
          <a:ext cx="0" cy="0"/>
          <a:chOff x="0" y="0"/>
          <a:chExt cx="0" cy="0"/>
        </a:xfrm>
      </p:grpSpPr>
      <p:sp>
        <p:nvSpPr>
          <p:cNvPr id="4" name="Rectangle 12">
            <a:extLst>
              <a:ext uri="{FF2B5EF4-FFF2-40B4-BE49-F238E27FC236}">
                <a16:creationId xmlns:a16="http://schemas.microsoft.com/office/drawing/2014/main" id="{6C2CBA9E-1079-A027-23AB-49EA54C5DDCD}"/>
              </a:ext>
            </a:extLst>
          </p:cNvPr>
          <p:cNvSpPr/>
          <p:nvPr/>
        </p:nvSpPr>
        <p:spPr>
          <a:xfrm>
            <a:off x="5477855" y="4769546"/>
            <a:ext cx="6384752" cy="946370"/>
          </a:xfrm>
          <a:prstGeom prst="rect">
            <a:avLst/>
          </a:prstGeom>
          <a:solidFill>
            <a:srgbClr val="005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600" dirty="0"/>
              <a:t> ANALYTISCH</a:t>
            </a:r>
            <a:endParaRPr lang="en-PK" sz="2400" dirty="0"/>
          </a:p>
        </p:txBody>
      </p:sp>
      <p:sp>
        <p:nvSpPr>
          <p:cNvPr id="15" name="Rectangle: Rounded Corners 14">
            <a:extLst>
              <a:ext uri="{FF2B5EF4-FFF2-40B4-BE49-F238E27FC236}">
                <a16:creationId xmlns:a16="http://schemas.microsoft.com/office/drawing/2014/main" id="{7778F3E9-51F0-8727-1641-1E4D5CA9EF88}"/>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D811010F-9388-4067-BC5D-538FDE18B554}"/>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„Leistungsbereitschaft“</a:t>
            </a:r>
          </a:p>
        </p:txBody>
      </p:sp>
      <p:grpSp>
        <p:nvGrpSpPr>
          <p:cNvPr id="2" name="Group 11">
            <a:extLst>
              <a:ext uri="{FF2B5EF4-FFF2-40B4-BE49-F238E27FC236}">
                <a16:creationId xmlns:a16="http://schemas.microsoft.com/office/drawing/2014/main" id="{59FDA157-A866-36C3-C120-CA2759B21C42}"/>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6430275B-C7B7-BBD0-4C18-C2C4C8CB36E9}"/>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65B37497-84D6-0D6D-9C35-D85F5104EB87}"/>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C8D7B43C-DB0C-9A75-5151-8DB5ABB744BB}"/>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154A5BB5-E9B2-CC2A-BB04-D7078B1F8EBD}"/>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3A51800A-27D6-5F0C-7FED-B3F92A536416}"/>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58BAB0B7-8AD4-10DD-11E0-2AA534064084}"/>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9A9DB395-6151-3ADF-9EDF-AD71EDF36781}"/>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3B706C57-3286-A6B0-00E4-83FF920B524B}"/>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E223C3B1-F83F-86AE-C8AC-25D847708778}"/>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2A95CC18-85F1-08D6-942C-0D004C864B97}"/>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9CCF809B-E593-EEA0-3658-9C0341DC2183}"/>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70DF00A3-FA7D-4D77-09E0-4D6DC20B3C9C}"/>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7BCF26EA-288E-D5F3-19C7-76F9315A03EF}"/>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DCBA2D35-43B8-7ABD-B4E5-2E467BB46E55}"/>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9F1B003F-0DE8-069D-668C-7B007D6FEAA3}"/>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42DE21AC-B787-88C9-B817-F7ED54EABF9B}"/>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DA75532C-86CA-BCFF-F5B2-26BAEA81DFB6}"/>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2D5E7A9F-F5A1-A4B9-2BDC-A651B5B5E707}"/>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DB252DE3-6EAE-4ED1-62AF-94D2B6D2F978}"/>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7" name="Gruppieren 36">
            <a:extLst>
              <a:ext uri="{FF2B5EF4-FFF2-40B4-BE49-F238E27FC236}">
                <a16:creationId xmlns:a16="http://schemas.microsoft.com/office/drawing/2014/main" id="{F56ED8B2-699C-85BC-B6E4-1C3BCDF9CD96}"/>
              </a:ext>
            </a:extLst>
          </p:cNvPr>
          <p:cNvGrpSpPr>
            <a:grpSpLocks noChangeAspect="1"/>
          </p:cNvGrpSpPr>
          <p:nvPr/>
        </p:nvGrpSpPr>
        <p:grpSpPr>
          <a:xfrm>
            <a:off x="9155324" y="3748655"/>
            <a:ext cx="2880000" cy="2880000"/>
            <a:chOff x="6877158" y="1088999"/>
            <a:chExt cx="4680000" cy="4680000"/>
          </a:xfrm>
        </p:grpSpPr>
        <p:grpSp>
          <p:nvGrpSpPr>
            <p:cNvPr id="23" name="Group 20">
              <a:extLst>
                <a:ext uri="{FF2B5EF4-FFF2-40B4-BE49-F238E27FC236}">
                  <a16:creationId xmlns:a16="http://schemas.microsoft.com/office/drawing/2014/main" id="{E2605AC4-ED29-9B36-D867-D0650CBD552D}"/>
                </a:ext>
              </a:extLst>
            </p:cNvPr>
            <p:cNvGrpSpPr/>
            <p:nvPr/>
          </p:nvGrpSpPr>
          <p:grpSpPr>
            <a:xfrm>
              <a:off x="6877158" y="1088999"/>
              <a:ext cx="4680000" cy="4680000"/>
              <a:chOff x="5743302" y="441234"/>
              <a:chExt cx="5975532" cy="5975532"/>
            </a:xfrm>
          </p:grpSpPr>
          <p:sp>
            <p:nvSpPr>
              <p:cNvPr id="24" name="Oval 2">
                <a:extLst>
                  <a:ext uri="{FF2B5EF4-FFF2-40B4-BE49-F238E27FC236}">
                    <a16:creationId xmlns:a16="http://schemas.microsoft.com/office/drawing/2014/main" id="{03F67FA1-06CB-D712-27F7-83B3363DE609}"/>
                  </a:ext>
                </a:extLst>
              </p:cNvPr>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5" name="Oval 11">
                <a:extLst>
                  <a:ext uri="{FF2B5EF4-FFF2-40B4-BE49-F238E27FC236}">
                    <a16:creationId xmlns:a16="http://schemas.microsoft.com/office/drawing/2014/main" id="{A86DC9DB-9BCE-2AFA-725C-24C9A99F153C}"/>
                  </a:ext>
                </a:extLst>
              </p:cNvPr>
              <p:cNvSpPr/>
              <p:nvPr/>
            </p:nvSpPr>
            <p:spPr>
              <a:xfrm>
                <a:off x="5940243" y="638175"/>
                <a:ext cx="5581650" cy="5581650"/>
              </a:xfrm>
              <a:prstGeom prst="ellipse">
                <a:avLst/>
              </a:prstGeom>
              <a:noFill/>
              <a:ln w="28575">
                <a:solidFill>
                  <a:srgbClr val="0051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36" name="Grafik 35">
              <a:extLst>
                <a:ext uri="{FF2B5EF4-FFF2-40B4-BE49-F238E27FC236}">
                  <a16:creationId xmlns:a16="http://schemas.microsoft.com/office/drawing/2014/main" id="{67AD52E6-E192-CE87-84A0-658E1C71CF9D}"/>
                </a:ext>
              </a:extLst>
            </p:cNvPr>
            <p:cNvPicPr>
              <a:picLocks noChangeAspect="1"/>
            </p:cNvPicPr>
            <p:nvPr/>
          </p:nvPicPr>
          <p:blipFill>
            <a:blip r:embed="rId3"/>
            <a:stretch>
              <a:fillRect/>
            </a:stretch>
          </p:blipFill>
          <p:spPr>
            <a:xfrm>
              <a:off x="7827387" y="1615795"/>
              <a:ext cx="2809715" cy="3193949"/>
            </a:xfrm>
            <a:prstGeom prst="rect">
              <a:avLst/>
            </a:prstGeom>
          </p:spPr>
        </p:pic>
      </p:grpSp>
    </p:spTree>
    <p:extLst>
      <p:ext uri="{BB962C8B-B14F-4D97-AF65-F5344CB8AC3E}">
        <p14:creationId xmlns:p14="http://schemas.microsoft.com/office/powerpoint/2010/main" val="187891498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D75619B4-D7DF-B2CC-244E-AAAAEBFFCF2A}"/>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E43FEFF9-053A-482F-1A7E-83A77307D3BE}"/>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23D6E127-F887-723F-496F-F6A02F249B5D}"/>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„gesprächig“</a:t>
            </a:r>
          </a:p>
        </p:txBody>
      </p:sp>
      <p:grpSp>
        <p:nvGrpSpPr>
          <p:cNvPr id="2" name="Group 11">
            <a:extLst>
              <a:ext uri="{FF2B5EF4-FFF2-40B4-BE49-F238E27FC236}">
                <a16:creationId xmlns:a16="http://schemas.microsoft.com/office/drawing/2014/main" id="{446BAD8E-565D-43EE-3C54-251482C682D4}"/>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EF6BED76-9400-96C7-E4F5-A48F44E14751}"/>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1AE4BBE7-68D1-9B49-DF3B-2203E938F62A}"/>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F9D79EE2-41A1-84B5-3ACD-4A95D9025608}"/>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BBD97E33-4EA1-889F-3248-E6AE64BB1A47}"/>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6817D8A7-CA73-A30F-7F51-43A28886680E}"/>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AB64E333-086B-27D6-406E-F51CE2FE2442}"/>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49808677-A82B-D45E-B402-89BDC6798094}"/>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6F973610-2C7A-1062-518B-F8AC3D9B3014}"/>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05B522D1-3D20-CE0D-93ED-E1A300BE3007}"/>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6B7EBA33-0D6A-6E83-51C0-A53397C52721}"/>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8EEC40E7-1DEA-6D1A-C946-4C2DF8A77939}"/>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06990C3E-D899-312A-992C-B8510C4EC92D}"/>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F2A9FE15-8839-9714-E475-B4ED243FAF85}"/>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B1B1098C-4B48-B0E2-296A-3CD868972F88}"/>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7677956F-335F-DE66-3B3A-95B675EDDCB3}"/>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952D080F-5E90-A5CC-78A2-249DF5C2B065}"/>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667C667D-B936-CFD8-26BF-0ABFA31A031A}"/>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650FF2C9-8598-96C3-AD6C-FFB462ADAC9A}"/>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A2B65250-DFA5-AB9D-B4C9-F23D3D3C96D8}"/>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64CAE09B-F6C7-6C1A-A5AB-2FC1C76F8BB7}"/>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539938953"/>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FE38CC69-B2DF-19FA-1623-2D7DBA1505ED}"/>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111FF2AA-2482-C6CE-D760-9323237D902F}"/>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851E720B-D8C3-4FD9-EA45-0200BAA05090}"/>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„gesprächig“</a:t>
            </a:r>
          </a:p>
        </p:txBody>
      </p:sp>
      <p:grpSp>
        <p:nvGrpSpPr>
          <p:cNvPr id="2" name="Group 11">
            <a:extLst>
              <a:ext uri="{FF2B5EF4-FFF2-40B4-BE49-F238E27FC236}">
                <a16:creationId xmlns:a16="http://schemas.microsoft.com/office/drawing/2014/main" id="{057B6A44-752C-09C3-5EB8-50F7DA52FF33}"/>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5A97315D-7408-0883-202B-ABF81657F1F8}"/>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B96FCA51-24C5-195A-5109-6A018C17F680}"/>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042F9235-47A9-A501-39F5-A6BA3AC09A8D}"/>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0EF2FB3F-22B3-15AF-38E5-48008C19F524}"/>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F22F822E-13C1-E184-B179-34131742D0AE}"/>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E8AED04D-24F3-E505-60D6-5452F8BCB082}"/>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FF3D7EDE-C062-7A7E-47F6-1F7496F24321}"/>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55C1EAC3-E6EF-7BA1-92F3-4842B3FC3728}"/>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4EB2DA14-050B-4201-A2FE-B677758804DF}"/>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A1CC7A0E-28C8-8D2B-53A7-21F4448D738C}"/>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9AB4A538-C4AD-3C50-F976-1CE1131EB956}"/>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799CE85B-107D-3ED6-CC47-2F8F5917B54E}"/>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778A9867-6CE9-0BC8-FD56-3E6E27905A54}"/>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DCB2B815-64E1-8F8F-60EF-1D6B95486ED7}"/>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8343B5C4-5CC3-BC5E-5A1B-86F901FF03E0}"/>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605A6250-EFC7-526A-5E31-11F7EAF2DACA}"/>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82A442AD-2F00-CB30-9DF1-EC359CE7F315}"/>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F9A81012-0575-4248-F893-7AD0C94A50F1}"/>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709A986D-3071-B4AF-F1F2-A1EF5CDB04F3}"/>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9" name="Rectangle 12">
            <a:extLst>
              <a:ext uri="{FF2B5EF4-FFF2-40B4-BE49-F238E27FC236}">
                <a16:creationId xmlns:a16="http://schemas.microsoft.com/office/drawing/2014/main" id="{24F30652-795C-5304-0F0B-D78A155F5B5A}"/>
              </a:ext>
            </a:extLst>
          </p:cNvPr>
          <p:cNvSpPr/>
          <p:nvPr/>
        </p:nvSpPr>
        <p:spPr>
          <a:xfrm>
            <a:off x="5477855" y="4769546"/>
            <a:ext cx="6384752" cy="946370"/>
          </a:xfrm>
          <a:prstGeom prst="rect">
            <a:avLst/>
          </a:prstGeom>
          <a:solidFill>
            <a:srgbClr val="ED8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a:t> </a:t>
            </a:r>
            <a:r>
              <a:rPr lang="de-DE" sz="3600" dirty="0"/>
              <a:t>INTUITIV</a:t>
            </a:r>
            <a:endParaRPr lang="en-PK" dirty="0"/>
          </a:p>
        </p:txBody>
      </p:sp>
      <p:grpSp>
        <p:nvGrpSpPr>
          <p:cNvPr id="10" name="Gruppieren 9">
            <a:extLst>
              <a:ext uri="{FF2B5EF4-FFF2-40B4-BE49-F238E27FC236}">
                <a16:creationId xmlns:a16="http://schemas.microsoft.com/office/drawing/2014/main" id="{B123B118-39F6-758D-0476-114820552F99}"/>
              </a:ext>
            </a:extLst>
          </p:cNvPr>
          <p:cNvGrpSpPr>
            <a:grpSpLocks noChangeAspect="1"/>
          </p:cNvGrpSpPr>
          <p:nvPr/>
        </p:nvGrpSpPr>
        <p:grpSpPr>
          <a:xfrm>
            <a:off x="9154480" y="3748568"/>
            <a:ext cx="2880000" cy="2880000"/>
            <a:chOff x="1396923" y="779725"/>
            <a:chExt cx="4680000" cy="4680000"/>
          </a:xfrm>
        </p:grpSpPr>
        <p:grpSp>
          <p:nvGrpSpPr>
            <p:cNvPr id="11" name="Group 20">
              <a:extLst>
                <a:ext uri="{FF2B5EF4-FFF2-40B4-BE49-F238E27FC236}">
                  <a16:creationId xmlns:a16="http://schemas.microsoft.com/office/drawing/2014/main" id="{5F86FD8F-0EF0-C276-9E90-B5DF87262968}"/>
                </a:ext>
              </a:extLst>
            </p:cNvPr>
            <p:cNvGrpSpPr/>
            <p:nvPr/>
          </p:nvGrpSpPr>
          <p:grpSpPr>
            <a:xfrm>
              <a:off x="1396923" y="779725"/>
              <a:ext cx="4680000" cy="4680000"/>
              <a:chOff x="5743302" y="441234"/>
              <a:chExt cx="5975532" cy="5975532"/>
            </a:xfrm>
          </p:grpSpPr>
          <p:sp>
            <p:nvSpPr>
              <p:cNvPr id="13" name="Oval 2">
                <a:extLst>
                  <a:ext uri="{FF2B5EF4-FFF2-40B4-BE49-F238E27FC236}">
                    <a16:creationId xmlns:a16="http://schemas.microsoft.com/office/drawing/2014/main" id="{C3603CEF-7E4F-2E62-A185-79DBD42F5C2D}"/>
                  </a:ext>
                </a:extLst>
              </p:cNvPr>
              <p:cNvSpPr>
                <a:spLocks noChangeAspect="1"/>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4" name="Oval 11">
                <a:extLst>
                  <a:ext uri="{FF2B5EF4-FFF2-40B4-BE49-F238E27FC236}">
                    <a16:creationId xmlns:a16="http://schemas.microsoft.com/office/drawing/2014/main" id="{83043D42-D171-149B-1577-D4780F210197}"/>
                  </a:ext>
                </a:extLst>
              </p:cNvPr>
              <p:cNvSpPr/>
              <p:nvPr/>
            </p:nvSpPr>
            <p:spPr>
              <a:xfrm>
                <a:off x="5940243" y="638175"/>
                <a:ext cx="5581650" cy="5581650"/>
              </a:xfrm>
              <a:prstGeom prst="ellipse">
                <a:avLst/>
              </a:prstGeom>
              <a:noFill/>
              <a:ln w="28575">
                <a:solidFill>
                  <a:srgbClr val="ED80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12" name="Grafik 11">
              <a:extLst>
                <a:ext uri="{FF2B5EF4-FFF2-40B4-BE49-F238E27FC236}">
                  <a16:creationId xmlns:a16="http://schemas.microsoft.com/office/drawing/2014/main" id="{69B4061A-5182-1A95-D718-ED62E5D9F922}"/>
                </a:ext>
              </a:extLst>
            </p:cNvPr>
            <p:cNvPicPr>
              <a:picLocks noChangeAspect="1"/>
            </p:cNvPicPr>
            <p:nvPr/>
          </p:nvPicPr>
          <p:blipFill>
            <a:blip r:embed="rId3"/>
            <a:stretch>
              <a:fillRect/>
            </a:stretch>
          </p:blipFill>
          <p:spPr>
            <a:xfrm>
              <a:off x="2388522" y="1266844"/>
              <a:ext cx="2770199" cy="3270201"/>
            </a:xfrm>
            <a:prstGeom prst="rect">
              <a:avLst/>
            </a:prstGeom>
          </p:spPr>
        </p:pic>
      </p:grpSp>
    </p:spTree>
    <p:extLst>
      <p:ext uri="{BB962C8B-B14F-4D97-AF65-F5344CB8AC3E}">
        <p14:creationId xmlns:p14="http://schemas.microsoft.com/office/powerpoint/2010/main" val="8862182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1AD2AA3F-4E02-A228-9019-863409FAB41C}"/>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76AA8376-E620-516D-24EA-5E2B13B994DF}"/>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4015F1BA-6E5E-0168-3676-01D1875EF679}"/>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„ICH-Bezogenheit“</a:t>
            </a:r>
          </a:p>
        </p:txBody>
      </p:sp>
      <p:grpSp>
        <p:nvGrpSpPr>
          <p:cNvPr id="2" name="Group 11">
            <a:extLst>
              <a:ext uri="{FF2B5EF4-FFF2-40B4-BE49-F238E27FC236}">
                <a16:creationId xmlns:a16="http://schemas.microsoft.com/office/drawing/2014/main" id="{C1E69058-FEE8-6D83-B664-8D8CEBB2F5A4}"/>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3CB4EF7E-6D3E-6BD5-EDA4-0B3223DF8306}"/>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BD3835DF-C7DA-4461-493B-C5702FB7A305}"/>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A71D1CBE-1BA8-FAAC-B4A3-C1AD17234599}"/>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ED748A4C-6EAF-FB80-27CB-8BAAC5EA5BFE}"/>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DCD7C2D6-CA0D-E014-BBF3-B5CC331BA11A}"/>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689BF6B8-57FE-F145-F86B-8040EEFD8B3F}"/>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F9DA0473-5B90-1A76-BF18-44B8DD857EF3}"/>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496E41E1-FF23-C746-8840-DB36D620DB87}"/>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EC69D3CA-F4A0-BC32-CCC0-3BC17B7AC79D}"/>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E9F80F03-5E63-F0A1-C38C-B8B9C5C7729A}"/>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1BC0BBCD-D4C6-B70A-40DE-EEC60009AB1C}"/>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4BF99BEC-D2B8-816D-7A92-F259CCD39CAF}"/>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79E6D1CD-F970-0EFB-5C60-23C6B3C333BC}"/>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A40612EE-84B8-F839-5768-1B8632BE9ABC}"/>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3C1B5B04-1FA5-AC66-0861-E6CFF3D8D9AA}"/>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9E3D5E7C-04A4-0463-4642-ACE72B340432}"/>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9431150C-6696-6C56-3A35-D8469A5540F5}"/>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512A4CAE-E83D-F5B6-8D30-C9E250B1C281}"/>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B3EFFC7B-69F9-B477-80B2-735CE0A2A006}"/>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C02DB401-D178-0543-84E7-8DE98533B621}"/>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1979300341"/>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DDDB0296-E73F-48D9-E340-E179F0BFC325}"/>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D81283F0-76C4-1773-5059-F8BDB516C040}"/>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C8F67672-F9C4-3367-7D7E-3ECB122BC903}"/>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„ICH-Bezogenheit“</a:t>
            </a:r>
          </a:p>
        </p:txBody>
      </p:sp>
      <p:grpSp>
        <p:nvGrpSpPr>
          <p:cNvPr id="2" name="Group 11">
            <a:extLst>
              <a:ext uri="{FF2B5EF4-FFF2-40B4-BE49-F238E27FC236}">
                <a16:creationId xmlns:a16="http://schemas.microsoft.com/office/drawing/2014/main" id="{2272CF8C-A494-3AEA-01DF-89C8317F899D}"/>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AEA42D5B-A693-6EA7-C88A-44A0B8CB7A2E}"/>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8C9560FE-6740-8F7A-D425-5E2328396082}"/>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2B9413FE-2E2B-6695-B636-89A3AD980126}"/>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BA2C68B9-A487-A96E-CA66-4A7F970BAE34}"/>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0D3FEBFC-BF14-6134-8B4B-365C210DCF21}"/>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90C4CF01-B8E5-28E5-3857-4834FAFF2A77}"/>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8813456A-9EDC-4557-E093-AAF19A9947D3}"/>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5E3B2B25-D3A0-E31D-2AC0-49E20BC6C49F}"/>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FF5203AC-A45D-FBD8-ADB6-A9A67EBDCB10}"/>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0F438162-4958-A672-96A7-81100E3A36D6}"/>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E0BB52F9-C243-8F74-2D6C-496D5F6E520E}"/>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E01F096D-7780-BCD5-9676-880A20DA79D0}"/>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C5A64AD3-86AC-13DE-BBB9-1EFE7112BAA4}"/>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30480699-3974-68CC-027B-92FF78324BE4}"/>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E3C76412-26AF-7B0E-43CF-7B3479E2A523}"/>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D9C62BCE-8038-CBD9-B0D4-4932741DA7BE}"/>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04D6592D-BEE3-4C42-94BE-10594C74A6A6}"/>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A35B80C7-29A8-91D7-E89C-41A57A4BFAAD}"/>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20A25484-DCCA-2581-E6D5-4223966BB645}"/>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9" name="Gruppieren 8">
            <a:extLst>
              <a:ext uri="{FF2B5EF4-FFF2-40B4-BE49-F238E27FC236}">
                <a16:creationId xmlns:a16="http://schemas.microsoft.com/office/drawing/2014/main" id="{1C9C7E05-A589-D4A7-553B-186E7215F4F1}"/>
              </a:ext>
            </a:extLst>
          </p:cNvPr>
          <p:cNvGrpSpPr/>
          <p:nvPr/>
        </p:nvGrpSpPr>
        <p:grpSpPr>
          <a:xfrm>
            <a:off x="5477855" y="3753264"/>
            <a:ext cx="6549471" cy="2880000"/>
            <a:chOff x="5477855" y="3753264"/>
            <a:chExt cx="6549471" cy="2880000"/>
          </a:xfrm>
        </p:grpSpPr>
        <p:sp>
          <p:nvSpPr>
            <p:cNvPr id="10" name="Rectangle 12">
              <a:extLst>
                <a:ext uri="{FF2B5EF4-FFF2-40B4-BE49-F238E27FC236}">
                  <a16:creationId xmlns:a16="http://schemas.microsoft.com/office/drawing/2014/main" id="{0465CBEB-AE4E-A9F7-6D18-0AA8DD317815}"/>
                </a:ext>
              </a:extLst>
            </p:cNvPr>
            <p:cNvSpPr/>
            <p:nvPr/>
          </p:nvSpPr>
          <p:spPr>
            <a:xfrm>
              <a:off x="5477855" y="4769546"/>
              <a:ext cx="6384752" cy="946370"/>
            </a:xfrm>
            <a:prstGeom prst="rect">
              <a:avLst/>
            </a:prstGeom>
            <a:solidFill>
              <a:srgbClr val="A502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600" dirty="0"/>
                <a:t> IMPULSIV</a:t>
              </a:r>
              <a:endParaRPr lang="en-PK" sz="2400" dirty="0"/>
            </a:p>
          </p:txBody>
        </p:sp>
        <p:grpSp>
          <p:nvGrpSpPr>
            <p:cNvPr id="11" name="Gruppieren 10">
              <a:extLst>
                <a:ext uri="{FF2B5EF4-FFF2-40B4-BE49-F238E27FC236}">
                  <a16:creationId xmlns:a16="http://schemas.microsoft.com/office/drawing/2014/main" id="{4006D0E1-7246-D16A-B5F7-BFF9DF42956B}"/>
                </a:ext>
              </a:extLst>
            </p:cNvPr>
            <p:cNvGrpSpPr>
              <a:grpSpLocks noChangeAspect="1"/>
            </p:cNvGrpSpPr>
            <p:nvPr/>
          </p:nvGrpSpPr>
          <p:grpSpPr>
            <a:xfrm>
              <a:off x="9147326" y="3753264"/>
              <a:ext cx="2880000" cy="2880000"/>
              <a:chOff x="6877157" y="1088999"/>
              <a:chExt cx="4680000" cy="4680000"/>
            </a:xfrm>
          </p:grpSpPr>
          <p:grpSp>
            <p:nvGrpSpPr>
              <p:cNvPr id="12" name="Group 20">
                <a:extLst>
                  <a:ext uri="{FF2B5EF4-FFF2-40B4-BE49-F238E27FC236}">
                    <a16:creationId xmlns:a16="http://schemas.microsoft.com/office/drawing/2014/main" id="{7C14A24F-90B0-CADB-3404-64480C3D4CC6}"/>
                  </a:ext>
                </a:extLst>
              </p:cNvPr>
              <p:cNvGrpSpPr/>
              <p:nvPr/>
            </p:nvGrpSpPr>
            <p:grpSpPr>
              <a:xfrm>
                <a:off x="6877157" y="1088999"/>
                <a:ext cx="4680000" cy="4680000"/>
                <a:chOff x="5743302" y="441234"/>
                <a:chExt cx="5975532" cy="5975532"/>
              </a:xfrm>
            </p:grpSpPr>
            <p:sp>
              <p:nvSpPr>
                <p:cNvPr id="14" name="Oval 2">
                  <a:extLst>
                    <a:ext uri="{FF2B5EF4-FFF2-40B4-BE49-F238E27FC236}">
                      <a16:creationId xmlns:a16="http://schemas.microsoft.com/office/drawing/2014/main" id="{2682060D-F587-B4BB-C8D7-F2C9A5550E59}"/>
                    </a:ext>
                  </a:extLst>
                </p:cNvPr>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6" name="Oval 11">
                  <a:extLst>
                    <a:ext uri="{FF2B5EF4-FFF2-40B4-BE49-F238E27FC236}">
                      <a16:creationId xmlns:a16="http://schemas.microsoft.com/office/drawing/2014/main" id="{73C10CAE-856A-1091-8FB3-08BBA765C4CC}"/>
                    </a:ext>
                  </a:extLst>
                </p:cNvPr>
                <p:cNvSpPr/>
                <p:nvPr/>
              </p:nvSpPr>
              <p:spPr>
                <a:xfrm>
                  <a:off x="5940243" y="638175"/>
                  <a:ext cx="5581650" cy="5581650"/>
                </a:xfrm>
                <a:prstGeom prst="ellipse">
                  <a:avLst/>
                </a:prstGeom>
                <a:noFill/>
                <a:ln w="28575">
                  <a:solidFill>
                    <a:srgbClr val="A502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white"/>
                    </a:solidFill>
                    <a:effectLst/>
                    <a:uLnTx/>
                    <a:uFillTx/>
                    <a:latin typeface="Montserrat"/>
                    <a:ea typeface="+mn-ea"/>
                    <a:cs typeface="+mn-cs"/>
                  </a:endParaRPr>
                </a:p>
              </p:txBody>
            </p:sp>
          </p:grpSp>
          <p:pic>
            <p:nvPicPr>
              <p:cNvPr id="13" name="Grafik 12">
                <a:extLst>
                  <a:ext uri="{FF2B5EF4-FFF2-40B4-BE49-F238E27FC236}">
                    <a16:creationId xmlns:a16="http://schemas.microsoft.com/office/drawing/2014/main" id="{5FE3DFD2-0D0B-078D-3C8B-5069A0B74AC2}"/>
                  </a:ext>
                </a:extLst>
              </p:cNvPr>
              <p:cNvPicPr>
                <a:picLocks noChangeAspect="1"/>
              </p:cNvPicPr>
              <p:nvPr/>
            </p:nvPicPr>
            <p:blipFill>
              <a:blip r:embed="rId3"/>
              <a:stretch>
                <a:fillRect/>
              </a:stretch>
            </p:blipFill>
            <p:spPr>
              <a:xfrm>
                <a:off x="7854873" y="1589231"/>
                <a:ext cx="2727365" cy="3200759"/>
              </a:xfrm>
              <a:prstGeom prst="rect">
                <a:avLst/>
              </a:prstGeom>
            </p:spPr>
          </p:pic>
        </p:grpSp>
      </p:grpSp>
    </p:spTree>
    <p:extLst>
      <p:ext uri="{BB962C8B-B14F-4D97-AF65-F5344CB8AC3E}">
        <p14:creationId xmlns:p14="http://schemas.microsoft.com/office/powerpoint/2010/main" val="178581674"/>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7F9E6802-42E9-AFAF-F26D-592DBC9B8B41}"/>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28B0E2EC-70B6-839D-D087-1E8831BF9436}"/>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46FF5FCF-DEF9-5F78-9D2E-B8E6B2156E71}"/>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„Perfektionismus“</a:t>
            </a:r>
          </a:p>
        </p:txBody>
      </p:sp>
      <p:grpSp>
        <p:nvGrpSpPr>
          <p:cNvPr id="2" name="Group 11">
            <a:extLst>
              <a:ext uri="{FF2B5EF4-FFF2-40B4-BE49-F238E27FC236}">
                <a16:creationId xmlns:a16="http://schemas.microsoft.com/office/drawing/2014/main" id="{937DB845-0ACF-86C5-B122-70D3C91CC563}"/>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AB3C60B2-6DA1-2C1A-84AD-749D872847B1}"/>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40F9F4A2-7B39-80B6-BD0F-F8D5EA2467B0}"/>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A8BFC635-E4A7-965A-E135-CAF78FFD0079}"/>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8A6CF520-5B51-2679-40C3-EEFD073FE007}"/>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0373465E-201A-ADAE-B5C0-8F22CCFEC1D1}"/>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74671130-AF82-AF3D-D79A-81C7D69A6FC6}"/>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5C8DE666-E454-DFCF-1095-2DFF3E808E54}"/>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275ADF5C-ADF0-8644-5C11-1792C96D5933}"/>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51C70223-EAE5-6816-CF4E-1B98534BFE4A}"/>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A4030249-C1A7-835B-CA9A-15FD8E3AB5EF}"/>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45AED05A-90C7-B455-253A-114A224D5F05}"/>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BFBD4897-800C-8F7E-49FE-A4538A101A09}"/>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B91CF9BB-4D41-C414-DCD2-3F92852F1E9F}"/>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BDAE228E-BBED-5A70-7325-BCDC1900B56A}"/>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9BE3D2A0-D137-70EB-8824-A7F1C490B6C2}"/>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866BF8F7-C8F2-3B13-A856-6986AC094EE7}"/>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74464F20-6ECE-199B-341B-0C83C56859DA}"/>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6C899707-1483-C3CC-4BFF-610B5CF87BD2}"/>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9D666BF4-6BBE-0301-ECE3-CAFD50DD23BF}"/>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783B6B1D-FCCD-BBE2-0668-0C048DEE290A}"/>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300833321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47045F77-F22C-E636-18B0-9A23EA90D633}"/>
            </a:ext>
          </a:extLst>
        </p:cNvPr>
        <p:cNvGrpSpPr/>
        <p:nvPr/>
      </p:nvGrpSpPr>
      <p:grpSpPr>
        <a:xfrm>
          <a:off x="0" y="0"/>
          <a:ext cx="0" cy="0"/>
          <a:chOff x="0" y="0"/>
          <a:chExt cx="0" cy="0"/>
        </a:xfrm>
      </p:grpSpPr>
      <p:sp>
        <p:nvSpPr>
          <p:cNvPr id="9" name="Rectangle 12">
            <a:extLst>
              <a:ext uri="{FF2B5EF4-FFF2-40B4-BE49-F238E27FC236}">
                <a16:creationId xmlns:a16="http://schemas.microsoft.com/office/drawing/2014/main" id="{C157F524-E05B-5E70-7543-A2625C21B5FA}"/>
              </a:ext>
            </a:extLst>
          </p:cNvPr>
          <p:cNvSpPr/>
          <p:nvPr/>
        </p:nvSpPr>
        <p:spPr>
          <a:xfrm>
            <a:off x="5477855" y="4769546"/>
            <a:ext cx="6384752" cy="946370"/>
          </a:xfrm>
          <a:prstGeom prst="rect">
            <a:avLst/>
          </a:prstGeom>
          <a:solidFill>
            <a:srgbClr val="005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600" dirty="0"/>
              <a:t> ANALYTISCH</a:t>
            </a:r>
            <a:endParaRPr lang="en-PK" sz="2400" dirty="0"/>
          </a:p>
        </p:txBody>
      </p:sp>
      <p:sp>
        <p:nvSpPr>
          <p:cNvPr id="15" name="Rectangle: Rounded Corners 14">
            <a:extLst>
              <a:ext uri="{FF2B5EF4-FFF2-40B4-BE49-F238E27FC236}">
                <a16:creationId xmlns:a16="http://schemas.microsoft.com/office/drawing/2014/main" id="{6F70C175-6C98-2533-A102-72E316DEED45}"/>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0D1794B5-0A81-7AC5-056A-4F7ECE58C89B}"/>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„Perfektionismus“</a:t>
            </a:r>
          </a:p>
        </p:txBody>
      </p:sp>
      <p:grpSp>
        <p:nvGrpSpPr>
          <p:cNvPr id="2" name="Group 11">
            <a:extLst>
              <a:ext uri="{FF2B5EF4-FFF2-40B4-BE49-F238E27FC236}">
                <a16:creationId xmlns:a16="http://schemas.microsoft.com/office/drawing/2014/main" id="{DD089984-6A32-BDFA-FD05-B9AAD4DB46DC}"/>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AF7CE9AD-AF82-811D-B17C-3F2F3AFC32E7}"/>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68F60140-737D-CADB-426F-DC410DD2E130}"/>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6A92102A-7419-EB3F-0057-44473014A92C}"/>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16CA1957-30E9-80EB-4BCD-DB341FC46DD8}"/>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CF764474-AAAD-38CB-C044-F8FCC714445D}"/>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150C7ED2-43CC-0CE7-E5CA-92CDF6D99B54}"/>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291C615E-D293-A09F-7A8B-2E40D3D8AC4F}"/>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6D4DEFAC-867B-C103-82AE-4BB683734434}"/>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589C4B50-51E7-392A-DA07-BF3795CC69BA}"/>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CACCE781-5AA5-E2AE-AC74-E9872705A51B}"/>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B5E9BA5C-A294-6017-111E-92974A799A85}"/>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46AB4A4B-D5F2-A4C0-4C60-D68DC66BEFB7}"/>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5A66F9A9-BD12-9B15-33E6-A690873BC627}"/>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9701F154-D535-F455-66D1-4049A70C436B}"/>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5DE1D5DA-8C7E-4A4B-80F0-62D182E81C24}"/>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A6090707-B64A-ABD8-CD7F-263D26A89ED6}"/>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1F1E2F66-F97F-9F6D-D60C-E7EA419BDF26}"/>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220A16FF-8C94-30A2-457D-6A97AA6DCFBE}"/>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0084DC42-CC8D-FD2D-A294-4EFE1EB35661}"/>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 name="Gruppieren 2">
            <a:extLst>
              <a:ext uri="{FF2B5EF4-FFF2-40B4-BE49-F238E27FC236}">
                <a16:creationId xmlns:a16="http://schemas.microsoft.com/office/drawing/2014/main" id="{FEB7C5CE-D54C-8DE4-39B8-1286E03F856A}"/>
              </a:ext>
            </a:extLst>
          </p:cNvPr>
          <p:cNvGrpSpPr>
            <a:grpSpLocks noChangeAspect="1"/>
          </p:cNvGrpSpPr>
          <p:nvPr/>
        </p:nvGrpSpPr>
        <p:grpSpPr>
          <a:xfrm>
            <a:off x="9155324" y="3748655"/>
            <a:ext cx="2880000" cy="2880000"/>
            <a:chOff x="6877158" y="1088999"/>
            <a:chExt cx="4680000" cy="4680000"/>
          </a:xfrm>
        </p:grpSpPr>
        <p:grpSp>
          <p:nvGrpSpPr>
            <p:cNvPr id="4" name="Group 20">
              <a:extLst>
                <a:ext uri="{FF2B5EF4-FFF2-40B4-BE49-F238E27FC236}">
                  <a16:creationId xmlns:a16="http://schemas.microsoft.com/office/drawing/2014/main" id="{9C9C2CDA-C8CA-4D08-9938-53E799B5716A}"/>
                </a:ext>
              </a:extLst>
            </p:cNvPr>
            <p:cNvGrpSpPr/>
            <p:nvPr/>
          </p:nvGrpSpPr>
          <p:grpSpPr>
            <a:xfrm>
              <a:off x="6877158" y="1088999"/>
              <a:ext cx="4680000" cy="4680000"/>
              <a:chOff x="5743302" y="441234"/>
              <a:chExt cx="5975532" cy="5975532"/>
            </a:xfrm>
          </p:grpSpPr>
          <p:sp>
            <p:nvSpPr>
              <p:cNvPr id="6" name="Oval 2">
                <a:extLst>
                  <a:ext uri="{FF2B5EF4-FFF2-40B4-BE49-F238E27FC236}">
                    <a16:creationId xmlns:a16="http://schemas.microsoft.com/office/drawing/2014/main" id="{FC8DD39A-8DA0-7AE9-0E93-A454E5FBD05C}"/>
                  </a:ext>
                </a:extLst>
              </p:cNvPr>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 name="Oval 11">
                <a:extLst>
                  <a:ext uri="{FF2B5EF4-FFF2-40B4-BE49-F238E27FC236}">
                    <a16:creationId xmlns:a16="http://schemas.microsoft.com/office/drawing/2014/main" id="{75222C3A-A5B4-BAA9-DC16-6EB2811A8593}"/>
                  </a:ext>
                </a:extLst>
              </p:cNvPr>
              <p:cNvSpPr/>
              <p:nvPr/>
            </p:nvSpPr>
            <p:spPr>
              <a:xfrm>
                <a:off x="5940243" y="638175"/>
                <a:ext cx="5581650" cy="5581650"/>
              </a:xfrm>
              <a:prstGeom prst="ellipse">
                <a:avLst/>
              </a:prstGeom>
              <a:noFill/>
              <a:ln w="28575">
                <a:solidFill>
                  <a:srgbClr val="0051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5" name="Grafik 4">
              <a:extLst>
                <a:ext uri="{FF2B5EF4-FFF2-40B4-BE49-F238E27FC236}">
                  <a16:creationId xmlns:a16="http://schemas.microsoft.com/office/drawing/2014/main" id="{641237B4-0BCC-F849-0CC4-6770E4BA3EE8}"/>
                </a:ext>
              </a:extLst>
            </p:cNvPr>
            <p:cNvPicPr>
              <a:picLocks noChangeAspect="1"/>
            </p:cNvPicPr>
            <p:nvPr/>
          </p:nvPicPr>
          <p:blipFill>
            <a:blip r:embed="rId3"/>
            <a:stretch>
              <a:fillRect/>
            </a:stretch>
          </p:blipFill>
          <p:spPr>
            <a:xfrm>
              <a:off x="7827387" y="1615795"/>
              <a:ext cx="2809715" cy="3193949"/>
            </a:xfrm>
            <a:prstGeom prst="rect">
              <a:avLst/>
            </a:prstGeom>
          </p:spPr>
        </p:pic>
      </p:grpSp>
    </p:spTree>
    <p:extLst>
      <p:ext uri="{BB962C8B-B14F-4D97-AF65-F5344CB8AC3E}">
        <p14:creationId xmlns:p14="http://schemas.microsoft.com/office/powerpoint/2010/main" val="108417804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FF8A3F19-2159-F3F1-C746-F7F25B6AD1AD}"/>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EFA894C-7DED-F3A3-1F60-D30492265512}"/>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75B2620E-B3AC-7E63-1F10-2B8DBA41C1DD}"/>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„Sicherheit und Zugehörigkeit“</a:t>
            </a:r>
          </a:p>
        </p:txBody>
      </p:sp>
      <p:grpSp>
        <p:nvGrpSpPr>
          <p:cNvPr id="2" name="Group 11">
            <a:extLst>
              <a:ext uri="{FF2B5EF4-FFF2-40B4-BE49-F238E27FC236}">
                <a16:creationId xmlns:a16="http://schemas.microsoft.com/office/drawing/2014/main" id="{0FF9D509-4ED3-DD14-35FF-DC42E1DCEB9C}"/>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6B0C39A2-CD26-8326-C3DB-E0D031680D66}"/>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5EA1A87D-4D3B-F7DF-8E17-B4BD854BD00B}"/>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F7D84155-923F-8245-FDA3-07C39F2AE5F3}"/>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0F0AA7EA-04A0-B260-024C-292E4F9A1377}"/>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BD047008-A075-4981-E032-258D0A354876}"/>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81ED4879-319A-496C-4580-447C9E9013A8}"/>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8153056B-0EB9-852E-94D8-0FB4647308E2}"/>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50CE0D87-0346-842A-A448-0DB877F0B2D9}"/>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F4843CE7-3F8B-9CBA-7D94-8DAF375B0080}"/>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0C312168-D5BD-7750-FA60-FDCC644E65AC}"/>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7A8F57C8-E002-7478-8EDD-2BD5511787A8}"/>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6AB5B2C3-8DF6-4BAC-3C50-3D016CA8B395}"/>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FD99A016-C2AE-7ECF-B2C6-3BCE30C3DBD3}"/>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58BF2528-FD0A-1675-DC85-B843A94FD489}"/>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B10880DF-8F56-7731-EFBD-A711C1553020}"/>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D34CE4D9-13D9-D3BD-91B2-A770D2A9738E}"/>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30BD6DE2-2767-259D-DF7F-C8C946C200AE}"/>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1EB4478B-CD6C-A43A-B040-292DA3D78376}"/>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7FC76A99-2F22-AAA2-8A07-DAF9FEC3AB71}"/>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B161915A-DA38-3E0A-782C-4AE08D430933}"/>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140664281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32E7A090-B444-D899-EF04-2E446A39F5B1}"/>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215171B-A558-516D-68B2-878E0258BD89}"/>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773419DB-737B-CED0-6978-DE4158B9461F}"/>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„Sicherheit und Zugehörigkeit“</a:t>
            </a:r>
          </a:p>
        </p:txBody>
      </p:sp>
      <p:grpSp>
        <p:nvGrpSpPr>
          <p:cNvPr id="2" name="Group 11">
            <a:extLst>
              <a:ext uri="{FF2B5EF4-FFF2-40B4-BE49-F238E27FC236}">
                <a16:creationId xmlns:a16="http://schemas.microsoft.com/office/drawing/2014/main" id="{80261255-2C5B-35D4-1F1A-1B799D52572F}"/>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C30D7299-1FDB-C7EC-FC93-74C732FD101E}"/>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75D9D71F-F65E-78F4-A4BE-167D4443D4D0}"/>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A749B411-5072-C34D-C0F5-02CF01A78969}"/>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F47D8881-D972-4425-F003-2E3B957AC995}"/>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874B130A-F0EA-4C21-99B8-0E57BCA2CD13}"/>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EA7C90B4-AA17-4C94-087C-358934A3C1C0}"/>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C76A9540-A22B-7E67-70C9-20EBADC4460D}"/>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5E3B80B5-806D-2793-EFCD-D81521B006EA}"/>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1123DBBE-573B-3F36-9678-3CD990DBD792}"/>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C257F023-0933-820B-DF77-99236160F82B}"/>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C6E2F953-EDF8-5462-95C4-61C378E2415C}"/>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F834191A-9406-112F-2BF8-1370BCB9A5E3}"/>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EE2A2CCE-B8BF-BB40-08E6-064DF8E1A4D6}"/>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5DBE5FD4-BBB8-F921-D260-B76D4A322562}"/>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0C9D4B56-64F0-44D3-18CF-A80A8693D219}"/>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E84536A7-937A-1F6C-2F2C-6A27DC7D0D28}"/>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2F9958D5-C457-646A-8EC3-97892849CF26}"/>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13EB29DD-A268-78F2-E38E-FB12BF92C646}"/>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E4450D6A-D841-B494-70C0-FA262E3C8D3E}"/>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14" name="Rectangle 12">
            <a:extLst>
              <a:ext uri="{FF2B5EF4-FFF2-40B4-BE49-F238E27FC236}">
                <a16:creationId xmlns:a16="http://schemas.microsoft.com/office/drawing/2014/main" id="{5CF80155-6AC6-FA99-B318-56F8219219D7}"/>
              </a:ext>
            </a:extLst>
          </p:cNvPr>
          <p:cNvSpPr/>
          <p:nvPr/>
        </p:nvSpPr>
        <p:spPr>
          <a:xfrm>
            <a:off x="5477855" y="4769546"/>
            <a:ext cx="6384752" cy="946370"/>
          </a:xfrm>
          <a:prstGeom prst="rect">
            <a:avLst/>
          </a:prstGeom>
          <a:solidFill>
            <a:srgbClr val="ED8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a:t> </a:t>
            </a:r>
            <a:r>
              <a:rPr lang="de-DE" sz="3600" dirty="0"/>
              <a:t>INTUITIV</a:t>
            </a:r>
            <a:endParaRPr lang="en-PK" dirty="0"/>
          </a:p>
        </p:txBody>
      </p:sp>
      <p:grpSp>
        <p:nvGrpSpPr>
          <p:cNvPr id="16" name="Gruppieren 15">
            <a:extLst>
              <a:ext uri="{FF2B5EF4-FFF2-40B4-BE49-F238E27FC236}">
                <a16:creationId xmlns:a16="http://schemas.microsoft.com/office/drawing/2014/main" id="{2E029BE3-2CF8-F327-B3AF-56891C28266B}"/>
              </a:ext>
            </a:extLst>
          </p:cNvPr>
          <p:cNvGrpSpPr>
            <a:grpSpLocks noChangeAspect="1"/>
          </p:cNvGrpSpPr>
          <p:nvPr/>
        </p:nvGrpSpPr>
        <p:grpSpPr>
          <a:xfrm>
            <a:off x="9154480" y="3748568"/>
            <a:ext cx="2880000" cy="2880000"/>
            <a:chOff x="1396923" y="779725"/>
            <a:chExt cx="4680000" cy="4680000"/>
          </a:xfrm>
        </p:grpSpPr>
        <p:grpSp>
          <p:nvGrpSpPr>
            <p:cNvPr id="17" name="Group 20">
              <a:extLst>
                <a:ext uri="{FF2B5EF4-FFF2-40B4-BE49-F238E27FC236}">
                  <a16:creationId xmlns:a16="http://schemas.microsoft.com/office/drawing/2014/main" id="{405CCF66-12DC-7AD6-C252-9E42FF60D42B}"/>
                </a:ext>
              </a:extLst>
            </p:cNvPr>
            <p:cNvGrpSpPr/>
            <p:nvPr/>
          </p:nvGrpSpPr>
          <p:grpSpPr>
            <a:xfrm>
              <a:off x="1396923" y="779725"/>
              <a:ext cx="4680000" cy="4680000"/>
              <a:chOff x="5743302" y="441234"/>
              <a:chExt cx="5975532" cy="5975532"/>
            </a:xfrm>
          </p:grpSpPr>
          <p:sp>
            <p:nvSpPr>
              <p:cNvPr id="20" name="Oval 2">
                <a:extLst>
                  <a:ext uri="{FF2B5EF4-FFF2-40B4-BE49-F238E27FC236}">
                    <a16:creationId xmlns:a16="http://schemas.microsoft.com/office/drawing/2014/main" id="{4F93CCA7-E261-A773-6B9E-B3944FA96E7B}"/>
                  </a:ext>
                </a:extLst>
              </p:cNvPr>
              <p:cNvSpPr>
                <a:spLocks noChangeAspect="1"/>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21" name="Oval 11">
                <a:extLst>
                  <a:ext uri="{FF2B5EF4-FFF2-40B4-BE49-F238E27FC236}">
                    <a16:creationId xmlns:a16="http://schemas.microsoft.com/office/drawing/2014/main" id="{67E89372-1ED2-356D-4D86-2D9AAB841841}"/>
                  </a:ext>
                </a:extLst>
              </p:cNvPr>
              <p:cNvSpPr/>
              <p:nvPr/>
            </p:nvSpPr>
            <p:spPr>
              <a:xfrm>
                <a:off x="5940243" y="638175"/>
                <a:ext cx="5581650" cy="5581650"/>
              </a:xfrm>
              <a:prstGeom prst="ellipse">
                <a:avLst/>
              </a:prstGeom>
              <a:noFill/>
              <a:ln w="28575">
                <a:solidFill>
                  <a:srgbClr val="ED80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19" name="Grafik 18">
              <a:extLst>
                <a:ext uri="{FF2B5EF4-FFF2-40B4-BE49-F238E27FC236}">
                  <a16:creationId xmlns:a16="http://schemas.microsoft.com/office/drawing/2014/main" id="{1C8059F0-42D9-C084-8327-20AC942741CE}"/>
                </a:ext>
              </a:extLst>
            </p:cNvPr>
            <p:cNvPicPr>
              <a:picLocks noChangeAspect="1"/>
            </p:cNvPicPr>
            <p:nvPr/>
          </p:nvPicPr>
          <p:blipFill>
            <a:blip r:embed="rId3"/>
            <a:stretch>
              <a:fillRect/>
            </a:stretch>
          </p:blipFill>
          <p:spPr>
            <a:xfrm>
              <a:off x="2388522" y="1266844"/>
              <a:ext cx="2770199" cy="3270201"/>
            </a:xfrm>
            <a:prstGeom prst="rect">
              <a:avLst/>
            </a:prstGeom>
          </p:spPr>
        </p:pic>
      </p:grpSp>
    </p:spTree>
    <p:extLst>
      <p:ext uri="{BB962C8B-B14F-4D97-AF65-F5344CB8AC3E}">
        <p14:creationId xmlns:p14="http://schemas.microsoft.com/office/powerpoint/2010/main" val="1793806633"/>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948BF8ED-2823-FC4C-C7F7-28710A28D8FE}"/>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1ECDD2CC-C14A-38EF-542E-2BDE4D389749}"/>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81ED0445-1C7B-81D6-C93E-9992F169A03B}"/>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„Rationalität“</a:t>
            </a:r>
          </a:p>
        </p:txBody>
      </p:sp>
      <p:grpSp>
        <p:nvGrpSpPr>
          <p:cNvPr id="2" name="Group 11">
            <a:extLst>
              <a:ext uri="{FF2B5EF4-FFF2-40B4-BE49-F238E27FC236}">
                <a16:creationId xmlns:a16="http://schemas.microsoft.com/office/drawing/2014/main" id="{81145E10-48DA-BF8A-A46E-6CCD9A0E73E3}"/>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88E91299-73BA-FC14-0069-5DE05D820CF3}"/>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83D4A8CE-3475-44CF-6A02-6BFDCB91D58D}"/>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A0CEBF33-6E1F-BD6B-89D2-719207B0363E}"/>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D622F8AB-C837-7FA9-D4DC-B7E6929488C8}"/>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FCF81723-FFE1-7D8F-B33C-ECDA1ED349A9}"/>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A9A0CD5A-F1BD-D868-6C34-87A5F13F204F}"/>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683F1655-ED92-8031-009B-ACB099649FDC}"/>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6C1E7FB1-419C-0AA4-6716-ED7FA6EB55F0}"/>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E88F43C8-9065-2982-D11A-7CB7ADD7B867}"/>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0DD3A7D1-5549-4495-D3E0-E76DE24D9D7A}"/>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146DAD6F-595A-92E4-ED0C-237BFAB7EE4D}"/>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4A5F305E-F9D8-F21F-32FF-31219627029D}"/>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C6E3C15D-DC42-4640-B024-38128A64FEE0}"/>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07AAD25E-3C99-CB9E-8CF0-25FDB5D2C5FD}"/>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8BABF993-F77B-7232-24DB-B1EE69E6422A}"/>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8C32EC0E-98A8-B78D-F3E8-F44C87F6A75F}"/>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D3F6DC1C-3FC2-57AF-31E7-BC9C62E0A30F}"/>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8C7A8EC7-012E-1919-00F3-544299DE1643}"/>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37BE5F14-824F-8A0F-E8F8-BA623B8DE484}"/>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2FBB9E79-4688-E0EC-AAB1-2105CF4F8263}"/>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3554831588"/>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AEBF04D0-DAF2-83EC-6C7A-93F8A9515220}"/>
            </a:ext>
          </a:extLst>
        </p:cNvPr>
        <p:cNvGrpSpPr/>
        <p:nvPr/>
      </p:nvGrpSpPr>
      <p:grpSpPr>
        <a:xfrm>
          <a:off x="0" y="0"/>
          <a:ext cx="0" cy="0"/>
          <a:chOff x="0" y="0"/>
          <a:chExt cx="0" cy="0"/>
        </a:xfrm>
      </p:grpSpPr>
      <p:sp>
        <p:nvSpPr>
          <p:cNvPr id="9" name="Rectangle 12">
            <a:extLst>
              <a:ext uri="{FF2B5EF4-FFF2-40B4-BE49-F238E27FC236}">
                <a16:creationId xmlns:a16="http://schemas.microsoft.com/office/drawing/2014/main" id="{0FADEED1-0190-5E1C-5F65-24CD9989A701}"/>
              </a:ext>
            </a:extLst>
          </p:cNvPr>
          <p:cNvSpPr/>
          <p:nvPr/>
        </p:nvSpPr>
        <p:spPr>
          <a:xfrm>
            <a:off x="5477855" y="4769546"/>
            <a:ext cx="6384752" cy="946370"/>
          </a:xfrm>
          <a:prstGeom prst="rect">
            <a:avLst/>
          </a:prstGeom>
          <a:solidFill>
            <a:srgbClr val="005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600" dirty="0"/>
              <a:t> ANALYTISCH</a:t>
            </a:r>
            <a:endParaRPr lang="en-PK" sz="2400" dirty="0"/>
          </a:p>
        </p:txBody>
      </p:sp>
      <p:sp>
        <p:nvSpPr>
          <p:cNvPr id="15" name="Rectangle: Rounded Corners 14">
            <a:extLst>
              <a:ext uri="{FF2B5EF4-FFF2-40B4-BE49-F238E27FC236}">
                <a16:creationId xmlns:a16="http://schemas.microsoft.com/office/drawing/2014/main" id="{9BD48A69-9EA6-4887-4059-3A7AFF73FFCB}"/>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DB2E7FE9-C352-6365-84D8-99D4615C100D}"/>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„Rationalität“</a:t>
            </a:r>
          </a:p>
        </p:txBody>
      </p:sp>
      <p:grpSp>
        <p:nvGrpSpPr>
          <p:cNvPr id="2" name="Group 11">
            <a:extLst>
              <a:ext uri="{FF2B5EF4-FFF2-40B4-BE49-F238E27FC236}">
                <a16:creationId xmlns:a16="http://schemas.microsoft.com/office/drawing/2014/main" id="{2D29A267-095A-DE9B-77FC-72C7AF6CF8B3}"/>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A744E5C5-1EDA-6B95-4C99-3252A29874F8}"/>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20C4913F-0478-CBEC-C5BF-0BBBFB33BE95}"/>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11C1C744-3375-AB27-5777-3B45AC73419F}"/>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6607B95B-66EC-6840-3605-28B8A553A8B5}"/>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87A0DC47-0396-6AB6-4088-BC06C95A0D3B}"/>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F3167033-41B7-5015-6E16-BDFAF18ECFEA}"/>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04BCE4E1-374C-2D29-9425-03ADAABD07F3}"/>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2035F6C3-E4C5-1F25-0052-10A23D919547}"/>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E65725E0-FE52-B01F-D565-FD0F8429E5A8}"/>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A48FA54F-1531-F57F-FEF4-68F6EE9787CC}"/>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011E9A6B-5A7C-A9B3-48CB-A54085C87A5E}"/>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E0B5B514-87F1-154E-6C61-5A7A8590AE32}"/>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419B66B1-19A1-27D1-6D35-B555B77FF6FD}"/>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68F15D6E-1B08-3662-C046-73A2B69923E8}"/>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028794AB-F9FB-9EB5-1171-F10D3841143B}"/>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E1759201-7DEE-A1CF-A3D1-ABE17BC4E231}"/>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60F93723-8793-7A0F-25B1-106C18DEE232}"/>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5DA0DA52-4520-6CB6-1184-2CB76397F7ED}"/>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273B50CD-139B-5D2D-E47F-6B94773E70C8}"/>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 name="Gruppieren 2">
            <a:extLst>
              <a:ext uri="{FF2B5EF4-FFF2-40B4-BE49-F238E27FC236}">
                <a16:creationId xmlns:a16="http://schemas.microsoft.com/office/drawing/2014/main" id="{3E158059-55C3-2984-071B-56245F714DD1}"/>
              </a:ext>
            </a:extLst>
          </p:cNvPr>
          <p:cNvGrpSpPr>
            <a:grpSpLocks noChangeAspect="1"/>
          </p:cNvGrpSpPr>
          <p:nvPr/>
        </p:nvGrpSpPr>
        <p:grpSpPr>
          <a:xfrm>
            <a:off x="9155324" y="3748655"/>
            <a:ext cx="2880000" cy="2880000"/>
            <a:chOff x="6877158" y="1088999"/>
            <a:chExt cx="4680000" cy="4680000"/>
          </a:xfrm>
        </p:grpSpPr>
        <p:grpSp>
          <p:nvGrpSpPr>
            <p:cNvPr id="4" name="Group 20">
              <a:extLst>
                <a:ext uri="{FF2B5EF4-FFF2-40B4-BE49-F238E27FC236}">
                  <a16:creationId xmlns:a16="http://schemas.microsoft.com/office/drawing/2014/main" id="{5866A6E0-C3DB-BB1D-25FB-F68F7D97DC60}"/>
                </a:ext>
              </a:extLst>
            </p:cNvPr>
            <p:cNvGrpSpPr/>
            <p:nvPr/>
          </p:nvGrpSpPr>
          <p:grpSpPr>
            <a:xfrm>
              <a:off x="6877158" y="1088999"/>
              <a:ext cx="4680000" cy="4680000"/>
              <a:chOff x="5743302" y="441234"/>
              <a:chExt cx="5975532" cy="5975532"/>
            </a:xfrm>
          </p:grpSpPr>
          <p:sp>
            <p:nvSpPr>
              <p:cNvPr id="6" name="Oval 2">
                <a:extLst>
                  <a:ext uri="{FF2B5EF4-FFF2-40B4-BE49-F238E27FC236}">
                    <a16:creationId xmlns:a16="http://schemas.microsoft.com/office/drawing/2014/main" id="{1BAE7380-E936-5529-0CAC-672584655A3D}"/>
                  </a:ext>
                </a:extLst>
              </p:cNvPr>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 name="Oval 11">
                <a:extLst>
                  <a:ext uri="{FF2B5EF4-FFF2-40B4-BE49-F238E27FC236}">
                    <a16:creationId xmlns:a16="http://schemas.microsoft.com/office/drawing/2014/main" id="{A402C093-9F73-1590-E781-71CC61B15A9F}"/>
                  </a:ext>
                </a:extLst>
              </p:cNvPr>
              <p:cNvSpPr/>
              <p:nvPr/>
            </p:nvSpPr>
            <p:spPr>
              <a:xfrm>
                <a:off x="5940243" y="638175"/>
                <a:ext cx="5581650" cy="5581650"/>
              </a:xfrm>
              <a:prstGeom prst="ellipse">
                <a:avLst/>
              </a:prstGeom>
              <a:noFill/>
              <a:ln w="28575">
                <a:solidFill>
                  <a:srgbClr val="0051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5" name="Grafik 4">
              <a:extLst>
                <a:ext uri="{FF2B5EF4-FFF2-40B4-BE49-F238E27FC236}">
                  <a16:creationId xmlns:a16="http://schemas.microsoft.com/office/drawing/2014/main" id="{79332C97-C607-0A90-ABC6-90BDDE6FD95A}"/>
                </a:ext>
              </a:extLst>
            </p:cNvPr>
            <p:cNvPicPr>
              <a:picLocks noChangeAspect="1"/>
            </p:cNvPicPr>
            <p:nvPr/>
          </p:nvPicPr>
          <p:blipFill>
            <a:blip r:embed="rId3"/>
            <a:stretch>
              <a:fillRect/>
            </a:stretch>
          </p:blipFill>
          <p:spPr>
            <a:xfrm>
              <a:off x="7827387" y="1615795"/>
              <a:ext cx="2809715" cy="3193949"/>
            </a:xfrm>
            <a:prstGeom prst="rect">
              <a:avLst/>
            </a:prstGeom>
          </p:spPr>
        </p:pic>
      </p:grpSp>
    </p:spTree>
    <p:extLst>
      <p:ext uri="{BB962C8B-B14F-4D97-AF65-F5344CB8AC3E}">
        <p14:creationId xmlns:p14="http://schemas.microsoft.com/office/powerpoint/2010/main" val="3043471868"/>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3DF36E10-5B29-5DF5-F281-0485156454A6}"/>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B55B1195-7E22-C60C-EA01-6D0EA1B7931F}"/>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218D4F7F-A956-9E23-ADE5-6EAB37EB3BE5}"/>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„Dominanz“</a:t>
            </a:r>
          </a:p>
        </p:txBody>
      </p:sp>
      <p:grpSp>
        <p:nvGrpSpPr>
          <p:cNvPr id="2" name="Group 11">
            <a:extLst>
              <a:ext uri="{FF2B5EF4-FFF2-40B4-BE49-F238E27FC236}">
                <a16:creationId xmlns:a16="http://schemas.microsoft.com/office/drawing/2014/main" id="{739584E7-4D62-D498-B50E-55C364B583A2}"/>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3FAE70CB-418E-F42A-DF6F-40513461600B}"/>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EEB78803-5CE9-55CA-CC02-882D8548DA62}"/>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8AF5F2C4-5959-0694-688F-9E03B515B444}"/>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BAA4EAFB-F7D6-9722-CF03-7762FBB109F5}"/>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9354C9A8-6C40-434E-7652-5414F5873561}"/>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664AB7E5-3861-4DB9-ABE7-2223083F8D90}"/>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B2D9472F-C101-CF85-3DAB-FC506B39C7E4}"/>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F9A351C1-9065-F89D-5BAE-34CB5A16FE65}"/>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04D698A7-9D17-35B7-B18D-EF2AAD6BC6BD}"/>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3DE0BC73-AF39-7360-119D-48D8B658C73A}"/>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8CAF6F92-9FA0-5490-8F54-8CC31B5E15D2}"/>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8B74A0AB-470A-9B86-E722-DA918C25ED9A}"/>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2D661872-0ABB-2FF7-EED3-4E7CDB010808}"/>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E6F83930-CBC3-61A1-3337-EEE01D14E788}"/>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24F76172-7E9A-C691-1031-1A283B32DF45}"/>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0B6587B2-EE12-E425-E654-F0506B567B0F}"/>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27046154-09A6-C409-3F4B-F72EB54EE4A5}"/>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E444A235-4DC1-9E2E-4A80-30EAA65A0F5B}"/>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F5565F11-AE74-6866-A4C5-56D42F7745FD}"/>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C25BA3ED-0410-9496-210F-1E97D33D5AF4}"/>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1119447925"/>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9EA13B28-4AA2-7563-8B82-0874B8FBEBB1}"/>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7A9F4FC-912D-EBF7-52FF-0E6FFBCF2292}"/>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4579D8CB-20FB-7627-D853-8B3FB7E409F5}"/>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„Dominanz“</a:t>
            </a:r>
          </a:p>
        </p:txBody>
      </p:sp>
      <p:grpSp>
        <p:nvGrpSpPr>
          <p:cNvPr id="2" name="Group 11">
            <a:extLst>
              <a:ext uri="{FF2B5EF4-FFF2-40B4-BE49-F238E27FC236}">
                <a16:creationId xmlns:a16="http://schemas.microsoft.com/office/drawing/2014/main" id="{C5FDDD44-0AA3-BDA7-5229-442595C339FA}"/>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88406FAC-FEF1-670A-1F1C-E1CC88D75E0D}"/>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CE6D2B6F-7E6E-88BD-4916-8C76F8E1F4C2}"/>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B640545D-D644-9C11-F4F4-57D4DC0D025A}"/>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0A0F6519-F65E-EB51-CE29-CAC45127149B}"/>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B8DDD8AD-F4CB-AA73-322B-CE600C3A49B1}"/>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375091F4-B87F-BF3B-2EF7-05C7A2AE622B}"/>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0E4FC96C-F516-17AE-CC45-250218B845FB}"/>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BDE5F7EC-7DDB-DBEE-F1B6-9AE735C2D0D0}"/>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CC32072E-ACC6-3CCF-6769-06B025BAAC62}"/>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AF331A51-477C-E1E7-26EF-80EA445E6DC2}"/>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B7CD36D7-9131-72EE-9A63-BC24EDB5E15E}"/>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8AA7631E-80F6-71F6-D9E5-275035D2CA8A}"/>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C2CBC4D0-6239-FD59-CDBB-994B3867E589}"/>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D2D8C1E3-EAFA-765F-FCBB-BDA8257C7008}"/>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4AE5EE8B-311F-8AFD-DB8E-F2A0445FC5D1}"/>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3D927E7B-E223-7F41-A0E5-2F3365766EC6}"/>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626669DD-6DFF-C4E4-0447-2BA5AAABE560}"/>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406826A9-37BF-EE32-305F-F2B84B359282}"/>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279375AE-FF00-4BF9-7B28-78668B60E94E}"/>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 name="Gruppieren 2">
            <a:extLst>
              <a:ext uri="{FF2B5EF4-FFF2-40B4-BE49-F238E27FC236}">
                <a16:creationId xmlns:a16="http://schemas.microsoft.com/office/drawing/2014/main" id="{684780AC-6AFB-A664-2EB5-114F4A6D5423}"/>
              </a:ext>
            </a:extLst>
          </p:cNvPr>
          <p:cNvGrpSpPr/>
          <p:nvPr/>
        </p:nvGrpSpPr>
        <p:grpSpPr>
          <a:xfrm>
            <a:off x="5477855" y="3753264"/>
            <a:ext cx="6549471" cy="2880000"/>
            <a:chOff x="5477855" y="3753264"/>
            <a:chExt cx="6549471" cy="2880000"/>
          </a:xfrm>
        </p:grpSpPr>
        <p:sp>
          <p:nvSpPr>
            <p:cNvPr id="4" name="Rectangle 12">
              <a:extLst>
                <a:ext uri="{FF2B5EF4-FFF2-40B4-BE49-F238E27FC236}">
                  <a16:creationId xmlns:a16="http://schemas.microsoft.com/office/drawing/2014/main" id="{0BD95B7A-C56B-ED04-A5CF-9537ABEFDE4D}"/>
                </a:ext>
              </a:extLst>
            </p:cNvPr>
            <p:cNvSpPr/>
            <p:nvPr/>
          </p:nvSpPr>
          <p:spPr>
            <a:xfrm>
              <a:off x="5477855" y="4769546"/>
              <a:ext cx="6384752" cy="946370"/>
            </a:xfrm>
            <a:prstGeom prst="rect">
              <a:avLst/>
            </a:prstGeom>
            <a:solidFill>
              <a:srgbClr val="A502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600" dirty="0"/>
                <a:t> IMPULSIV</a:t>
              </a:r>
              <a:endParaRPr lang="en-PK" sz="2400" dirty="0"/>
            </a:p>
          </p:txBody>
        </p:sp>
        <p:grpSp>
          <p:nvGrpSpPr>
            <p:cNvPr id="5" name="Gruppieren 4">
              <a:extLst>
                <a:ext uri="{FF2B5EF4-FFF2-40B4-BE49-F238E27FC236}">
                  <a16:creationId xmlns:a16="http://schemas.microsoft.com/office/drawing/2014/main" id="{F14E3CA7-108D-24B0-DB79-0ED121DBAB88}"/>
                </a:ext>
              </a:extLst>
            </p:cNvPr>
            <p:cNvGrpSpPr>
              <a:grpSpLocks noChangeAspect="1"/>
            </p:cNvGrpSpPr>
            <p:nvPr/>
          </p:nvGrpSpPr>
          <p:grpSpPr>
            <a:xfrm>
              <a:off x="9147326" y="3753264"/>
              <a:ext cx="2880000" cy="2880000"/>
              <a:chOff x="6877157" y="1088999"/>
              <a:chExt cx="4680000" cy="4680000"/>
            </a:xfrm>
          </p:grpSpPr>
          <p:grpSp>
            <p:nvGrpSpPr>
              <p:cNvPr id="6" name="Group 20">
                <a:extLst>
                  <a:ext uri="{FF2B5EF4-FFF2-40B4-BE49-F238E27FC236}">
                    <a16:creationId xmlns:a16="http://schemas.microsoft.com/office/drawing/2014/main" id="{71C05435-FEE0-A8AF-F806-718FFBFFF821}"/>
                  </a:ext>
                </a:extLst>
              </p:cNvPr>
              <p:cNvGrpSpPr/>
              <p:nvPr/>
            </p:nvGrpSpPr>
            <p:grpSpPr>
              <a:xfrm>
                <a:off x="6877157" y="1088999"/>
                <a:ext cx="4680000" cy="4680000"/>
                <a:chOff x="5743302" y="441234"/>
                <a:chExt cx="5975532" cy="5975532"/>
              </a:xfrm>
            </p:grpSpPr>
            <p:sp>
              <p:nvSpPr>
                <p:cNvPr id="8" name="Oval 2">
                  <a:extLst>
                    <a:ext uri="{FF2B5EF4-FFF2-40B4-BE49-F238E27FC236}">
                      <a16:creationId xmlns:a16="http://schemas.microsoft.com/office/drawing/2014/main" id="{C95D7920-B1FE-BABA-AEB6-51DF9887F535}"/>
                    </a:ext>
                  </a:extLst>
                </p:cNvPr>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white"/>
                    </a:solidFill>
                    <a:effectLst/>
                    <a:uLnTx/>
                    <a:uFillTx/>
                    <a:latin typeface="Montserrat"/>
                    <a:ea typeface="+mn-ea"/>
                    <a:cs typeface="+mn-cs"/>
                  </a:endParaRPr>
                </a:p>
              </p:txBody>
            </p:sp>
            <p:sp>
              <p:nvSpPr>
                <p:cNvPr id="9" name="Oval 11">
                  <a:extLst>
                    <a:ext uri="{FF2B5EF4-FFF2-40B4-BE49-F238E27FC236}">
                      <a16:creationId xmlns:a16="http://schemas.microsoft.com/office/drawing/2014/main" id="{81730EB6-B7D7-0182-7AEA-480DC5B94CFD}"/>
                    </a:ext>
                  </a:extLst>
                </p:cNvPr>
                <p:cNvSpPr/>
                <p:nvPr/>
              </p:nvSpPr>
              <p:spPr>
                <a:xfrm>
                  <a:off x="5940243" y="638175"/>
                  <a:ext cx="5581650" cy="5581650"/>
                </a:xfrm>
                <a:prstGeom prst="ellipse">
                  <a:avLst/>
                </a:prstGeom>
                <a:noFill/>
                <a:ln w="28575">
                  <a:solidFill>
                    <a:srgbClr val="A502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white"/>
                    </a:solidFill>
                    <a:effectLst/>
                    <a:uLnTx/>
                    <a:uFillTx/>
                    <a:latin typeface="Montserrat"/>
                    <a:ea typeface="+mn-ea"/>
                    <a:cs typeface="+mn-cs"/>
                  </a:endParaRPr>
                </a:p>
              </p:txBody>
            </p:sp>
          </p:grpSp>
          <p:pic>
            <p:nvPicPr>
              <p:cNvPr id="7" name="Grafik 6">
                <a:extLst>
                  <a:ext uri="{FF2B5EF4-FFF2-40B4-BE49-F238E27FC236}">
                    <a16:creationId xmlns:a16="http://schemas.microsoft.com/office/drawing/2014/main" id="{59BD0AA0-3E93-1802-8107-C04B4F00A0F5}"/>
                  </a:ext>
                </a:extLst>
              </p:cNvPr>
              <p:cNvPicPr>
                <a:picLocks noChangeAspect="1"/>
              </p:cNvPicPr>
              <p:nvPr/>
            </p:nvPicPr>
            <p:blipFill>
              <a:blip r:embed="rId3"/>
              <a:stretch>
                <a:fillRect/>
              </a:stretch>
            </p:blipFill>
            <p:spPr>
              <a:xfrm>
                <a:off x="7854873" y="1589231"/>
                <a:ext cx="2727365" cy="3200759"/>
              </a:xfrm>
              <a:prstGeom prst="rect">
                <a:avLst/>
              </a:prstGeom>
            </p:spPr>
          </p:pic>
        </p:grpSp>
      </p:grpSp>
    </p:spTree>
    <p:extLst>
      <p:ext uri="{BB962C8B-B14F-4D97-AF65-F5344CB8AC3E}">
        <p14:creationId xmlns:p14="http://schemas.microsoft.com/office/powerpoint/2010/main" val="3400003788"/>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2A349CAA-D24E-F0CE-7214-6C54A9FCC3D0}"/>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257A2D32-22D3-A9A0-F2B7-FF366AC22504}"/>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84D26239-8125-3EF9-48E4-35A3AA249367}"/>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„Harmonie“</a:t>
            </a:r>
          </a:p>
        </p:txBody>
      </p:sp>
      <p:grpSp>
        <p:nvGrpSpPr>
          <p:cNvPr id="2" name="Group 11">
            <a:extLst>
              <a:ext uri="{FF2B5EF4-FFF2-40B4-BE49-F238E27FC236}">
                <a16:creationId xmlns:a16="http://schemas.microsoft.com/office/drawing/2014/main" id="{42446496-1495-7697-5E84-9245B3346011}"/>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24B955B6-9560-2EAE-87EA-36287B2FD4F4}"/>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57D83070-9F42-BD9F-8D8F-8A85AE64336A}"/>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406C3891-B03B-884B-637E-4B3450F51AD4}"/>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38C75A9C-B65F-D5EE-B815-444E2AD1A628}"/>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00DCCD30-9434-7BB0-B0E4-4F0376D40ACB}"/>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0F39C1A0-265C-D0FC-5E33-78C13FBA1C48}"/>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8258A2D9-A357-D5C9-EC4C-CA3B8756EE03}"/>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1CC7DA78-38BB-F6B4-8F26-5F13CA587EDD}"/>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D005C807-F0C8-7847-AF90-B57903D1BE6D}"/>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94FFC876-AE24-7231-8193-6FF4F137E11B}"/>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37E32420-3A71-382E-7F52-A2001C313C0F}"/>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32B92DD2-A839-7D65-C2D9-845396899393}"/>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64CD14C1-04E5-53D8-E801-B52AF3435137}"/>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4B680B6E-0989-220F-2C90-C29D670E3E19}"/>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0FFA4B31-DFC1-1E5F-A411-9B0F9FB64B01}"/>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F5154611-A6BD-CB02-1F28-D6EA14E40C29}"/>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4F00F7F6-4728-9D3B-E5B8-80A897134012}"/>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38E1D207-1005-0679-8733-1B72A23EC9D8}"/>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55D89295-9E22-B04B-31C6-FE49908F118D}"/>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716F2F94-5615-9722-8705-FC2BBE43D1B0}"/>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3764042311"/>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3074B345-325F-044C-31DB-F9770331CA7F}"/>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EC0649D5-819B-E67C-8BA0-DA7B83002330}"/>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47C457CB-674D-7A06-F043-62422619B4A0}"/>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„Harmonie“</a:t>
            </a:r>
          </a:p>
        </p:txBody>
      </p:sp>
      <p:grpSp>
        <p:nvGrpSpPr>
          <p:cNvPr id="2" name="Group 11">
            <a:extLst>
              <a:ext uri="{FF2B5EF4-FFF2-40B4-BE49-F238E27FC236}">
                <a16:creationId xmlns:a16="http://schemas.microsoft.com/office/drawing/2014/main" id="{0966897D-9AFA-E5C8-515C-AFA15EE95C40}"/>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AEEF8B5B-8D8F-61AE-FE18-9762263C0528}"/>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A00A118E-E16B-A13D-A43F-086E4BE2EB54}"/>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7D405784-308B-CD8D-FC12-133FB380BBD1}"/>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B2298267-822E-162F-9FA7-9EC67333EB7F}"/>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E07ACD4D-8315-5A83-8A13-7B7F3285E45E}"/>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6E81C539-C503-E781-BF81-3AB7A668EFB5}"/>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AFEF00E7-5D87-BF3D-2A8B-C09568C7AD40}"/>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05E71364-CDC3-CD5C-F1F3-52C2A093BAEB}"/>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2BAEF7DF-930C-2E6F-3464-33E0159B4A2A}"/>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FB53FEE1-59ED-DED4-1F5D-85DA09FB372B}"/>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3413A674-EFEC-26A4-576C-AC7EFCE9BDE2}"/>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ABAAA071-539D-7A1A-BEC2-0B1DD1B4378C}"/>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BBEB426C-C6C4-F68E-685D-07B509DF3B70}"/>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B0C37C41-25F6-74B1-6429-E8B5E0A4707A}"/>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33ABCAC0-AC18-7768-75F7-BC0138D27D62}"/>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219F2D0C-EC10-F600-5637-8E3888E3329A}"/>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8281BEAA-E44F-3B1E-5682-015BB1F07C70}"/>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06E8527B-D091-C882-C13D-E7AA1CCFC549}"/>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CE952C91-DBC1-0F97-0C2B-28ACB6AC54D7}"/>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9" name="Rectangle 12">
            <a:extLst>
              <a:ext uri="{FF2B5EF4-FFF2-40B4-BE49-F238E27FC236}">
                <a16:creationId xmlns:a16="http://schemas.microsoft.com/office/drawing/2014/main" id="{3A4BCEA5-5C6F-3D3C-9B8F-5A07F0BE1077}"/>
              </a:ext>
            </a:extLst>
          </p:cNvPr>
          <p:cNvSpPr/>
          <p:nvPr/>
        </p:nvSpPr>
        <p:spPr>
          <a:xfrm>
            <a:off x="5477855" y="4769546"/>
            <a:ext cx="6384752" cy="946370"/>
          </a:xfrm>
          <a:prstGeom prst="rect">
            <a:avLst/>
          </a:prstGeom>
          <a:solidFill>
            <a:srgbClr val="ED8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a:t> </a:t>
            </a:r>
            <a:r>
              <a:rPr lang="de-DE" sz="3600" dirty="0"/>
              <a:t>INTUITIV</a:t>
            </a:r>
            <a:endParaRPr lang="en-PK" dirty="0"/>
          </a:p>
        </p:txBody>
      </p:sp>
      <p:grpSp>
        <p:nvGrpSpPr>
          <p:cNvPr id="10" name="Gruppieren 9">
            <a:extLst>
              <a:ext uri="{FF2B5EF4-FFF2-40B4-BE49-F238E27FC236}">
                <a16:creationId xmlns:a16="http://schemas.microsoft.com/office/drawing/2014/main" id="{5730CAC2-1B18-2180-D010-BE6E4EB0256A}"/>
              </a:ext>
            </a:extLst>
          </p:cNvPr>
          <p:cNvGrpSpPr>
            <a:grpSpLocks noChangeAspect="1"/>
          </p:cNvGrpSpPr>
          <p:nvPr/>
        </p:nvGrpSpPr>
        <p:grpSpPr>
          <a:xfrm>
            <a:off x="9154480" y="3748568"/>
            <a:ext cx="2880000" cy="2880000"/>
            <a:chOff x="1396923" y="779725"/>
            <a:chExt cx="4680000" cy="4680000"/>
          </a:xfrm>
        </p:grpSpPr>
        <p:grpSp>
          <p:nvGrpSpPr>
            <p:cNvPr id="11" name="Group 20">
              <a:extLst>
                <a:ext uri="{FF2B5EF4-FFF2-40B4-BE49-F238E27FC236}">
                  <a16:creationId xmlns:a16="http://schemas.microsoft.com/office/drawing/2014/main" id="{918F70CF-B425-6DF2-8958-00511CE40787}"/>
                </a:ext>
              </a:extLst>
            </p:cNvPr>
            <p:cNvGrpSpPr/>
            <p:nvPr/>
          </p:nvGrpSpPr>
          <p:grpSpPr>
            <a:xfrm>
              <a:off x="1396923" y="779725"/>
              <a:ext cx="4680000" cy="4680000"/>
              <a:chOff x="5743302" y="441234"/>
              <a:chExt cx="5975532" cy="5975532"/>
            </a:xfrm>
          </p:grpSpPr>
          <p:sp>
            <p:nvSpPr>
              <p:cNvPr id="13" name="Oval 2">
                <a:extLst>
                  <a:ext uri="{FF2B5EF4-FFF2-40B4-BE49-F238E27FC236}">
                    <a16:creationId xmlns:a16="http://schemas.microsoft.com/office/drawing/2014/main" id="{57D84A8E-1778-322F-E627-AF427338E25B}"/>
                  </a:ext>
                </a:extLst>
              </p:cNvPr>
              <p:cNvSpPr>
                <a:spLocks noChangeAspect="1"/>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4" name="Oval 11">
                <a:extLst>
                  <a:ext uri="{FF2B5EF4-FFF2-40B4-BE49-F238E27FC236}">
                    <a16:creationId xmlns:a16="http://schemas.microsoft.com/office/drawing/2014/main" id="{B30A6C71-8F63-F3D4-F1C1-4D5BA573AF3E}"/>
                  </a:ext>
                </a:extLst>
              </p:cNvPr>
              <p:cNvSpPr/>
              <p:nvPr/>
            </p:nvSpPr>
            <p:spPr>
              <a:xfrm>
                <a:off x="5940243" y="638175"/>
                <a:ext cx="5581650" cy="5581650"/>
              </a:xfrm>
              <a:prstGeom prst="ellipse">
                <a:avLst/>
              </a:prstGeom>
              <a:noFill/>
              <a:ln w="28575">
                <a:solidFill>
                  <a:srgbClr val="ED80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12" name="Grafik 11">
              <a:extLst>
                <a:ext uri="{FF2B5EF4-FFF2-40B4-BE49-F238E27FC236}">
                  <a16:creationId xmlns:a16="http://schemas.microsoft.com/office/drawing/2014/main" id="{38DE10BB-6207-6EE8-5840-3C66C471484E}"/>
                </a:ext>
              </a:extLst>
            </p:cNvPr>
            <p:cNvPicPr>
              <a:picLocks noChangeAspect="1"/>
            </p:cNvPicPr>
            <p:nvPr/>
          </p:nvPicPr>
          <p:blipFill>
            <a:blip r:embed="rId3"/>
            <a:stretch>
              <a:fillRect/>
            </a:stretch>
          </p:blipFill>
          <p:spPr>
            <a:xfrm>
              <a:off x="2388522" y="1266844"/>
              <a:ext cx="2770199" cy="3270201"/>
            </a:xfrm>
            <a:prstGeom prst="rect">
              <a:avLst/>
            </a:prstGeom>
          </p:spPr>
        </p:pic>
      </p:grpSp>
    </p:spTree>
    <p:extLst>
      <p:ext uri="{BB962C8B-B14F-4D97-AF65-F5344CB8AC3E}">
        <p14:creationId xmlns:p14="http://schemas.microsoft.com/office/powerpoint/2010/main" val="2769944322"/>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ED537EA6-5D90-7873-6B5E-06E4D2021132}"/>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ABF53EEC-5D38-832A-4599-72C9225BE66E}"/>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D65C600F-4863-A0A3-18C2-8F9A8D18CD07}"/>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„zukunftsorientiert“</a:t>
            </a:r>
          </a:p>
        </p:txBody>
      </p:sp>
      <p:grpSp>
        <p:nvGrpSpPr>
          <p:cNvPr id="2" name="Group 11">
            <a:extLst>
              <a:ext uri="{FF2B5EF4-FFF2-40B4-BE49-F238E27FC236}">
                <a16:creationId xmlns:a16="http://schemas.microsoft.com/office/drawing/2014/main" id="{0A9A7AE8-6A9C-2C54-2F58-F7F4213E0B1C}"/>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AC547752-A51F-5E0D-7651-FF666B8F87FD}"/>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E721D8F6-520C-D9E0-2E18-21C76FA03CFB}"/>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0C020673-5B37-33DD-C99B-01ED31EA3181}"/>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88F1EC87-09F2-8D4A-7A31-18FDF25422E7}"/>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50F1276A-F1DA-D007-26A0-8B038E787587}"/>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9CFC5928-9BB5-994C-8B1E-795BD41ECE14}"/>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84323030-0D61-0ADF-DEDF-A2E901280001}"/>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CCC72FA9-B0EF-97A1-0FF0-676EC61EF189}"/>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4C8EF9E4-26CA-BDBD-868B-18166BD39AAC}"/>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F5D7678C-1980-27F5-2526-A5F1E956621D}"/>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D3E42E9C-2ADA-4287-3231-7CCBBDBDD09B}"/>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307F7A1D-760B-9C44-ABD2-0A2ED205CD85}"/>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53830408-B94E-95E3-21E1-6E2E78122526}"/>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343A81C6-A799-AB04-FD54-5916E69E3C71}"/>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403CFD17-8BC6-EE26-56ED-55C8E610EB8C}"/>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8C851916-8CBA-DC95-7405-35C0EBE76E49}"/>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97C8C8EE-32A7-87FF-322C-4214D6B79917}"/>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83228B60-D9B4-5B31-3F71-B73C3BABFC65}"/>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7270A702-AAF8-579C-3C99-E7D5B93F9739}"/>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DFE96F50-D5EC-A48C-0A4A-C0387590B7D1}"/>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1091286817"/>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D466660B-A346-F1D8-E4D8-2A456AB7AC79}"/>
            </a:ext>
          </a:extLst>
        </p:cNvPr>
        <p:cNvGrpSpPr/>
        <p:nvPr/>
      </p:nvGrpSpPr>
      <p:grpSpPr>
        <a:xfrm>
          <a:off x="0" y="0"/>
          <a:ext cx="0" cy="0"/>
          <a:chOff x="0" y="0"/>
          <a:chExt cx="0" cy="0"/>
        </a:xfrm>
      </p:grpSpPr>
      <p:sp>
        <p:nvSpPr>
          <p:cNvPr id="9" name="Rectangle 12">
            <a:extLst>
              <a:ext uri="{FF2B5EF4-FFF2-40B4-BE49-F238E27FC236}">
                <a16:creationId xmlns:a16="http://schemas.microsoft.com/office/drawing/2014/main" id="{21730BF8-8256-3429-A962-6F146C5CA64F}"/>
              </a:ext>
            </a:extLst>
          </p:cNvPr>
          <p:cNvSpPr/>
          <p:nvPr/>
        </p:nvSpPr>
        <p:spPr>
          <a:xfrm>
            <a:off x="5477855" y="4769546"/>
            <a:ext cx="6384752" cy="946370"/>
          </a:xfrm>
          <a:prstGeom prst="rect">
            <a:avLst/>
          </a:prstGeom>
          <a:solidFill>
            <a:srgbClr val="005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600" dirty="0"/>
              <a:t> ANALYTISCH</a:t>
            </a:r>
            <a:endParaRPr lang="en-PK" sz="2400" dirty="0"/>
          </a:p>
        </p:txBody>
      </p:sp>
      <p:sp>
        <p:nvSpPr>
          <p:cNvPr id="15" name="Rectangle: Rounded Corners 14">
            <a:extLst>
              <a:ext uri="{FF2B5EF4-FFF2-40B4-BE49-F238E27FC236}">
                <a16:creationId xmlns:a16="http://schemas.microsoft.com/office/drawing/2014/main" id="{925BBA7B-B78C-7B63-3DEF-065758047133}"/>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935CFB7D-530B-7967-A14A-5426390E4EAC}"/>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„zukunftsorientiert“</a:t>
            </a:r>
          </a:p>
        </p:txBody>
      </p:sp>
      <p:grpSp>
        <p:nvGrpSpPr>
          <p:cNvPr id="2" name="Group 11">
            <a:extLst>
              <a:ext uri="{FF2B5EF4-FFF2-40B4-BE49-F238E27FC236}">
                <a16:creationId xmlns:a16="http://schemas.microsoft.com/office/drawing/2014/main" id="{66D6F1C2-82A9-6435-CE8D-34A48777A44C}"/>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415A3040-70D5-570C-A806-7797E53BD2FC}"/>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E17DC679-DAA8-CC3A-96E1-BCBE907D81D2}"/>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D5EDC56F-4009-FC26-731C-1130532D4164}"/>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82D4DE92-9B20-2740-9383-5F8833C2421B}"/>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24F59AC2-F8B6-33DD-8E31-1B7EA0E41395}"/>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77B92438-15E6-1E2F-3D2B-66023D57876E}"/>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408E002E-D44B-CD2E-FF36-FF415EAE7DF6}"/>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3AC8613B-7C90-45C4-BC03-9632016B80B1}"/>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4BEAA1D1-363E-4C03-F9E2-5FF9E425CE9B}"/>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BD57546B-0F1F-F549-FED8-25752FEF4DA4}"/>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3B041C3D-D187-B5DA-C924-38166AC02B3C}"/>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C1EFEF95-D540-6958-F523-955ADDBB9427}"/>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D5DCF16A-88C9-C097-4812-20D729E12DCD}"/>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09B0FEAF-C5E7-EC47-DFB5-44FA70E6F7FC}"/>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34D7FE53-85A0-0538-52DE-15E270DD18C3}"/>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7A1FBA1A-B862-12B3-3D33-32EF95484FC5}"/>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16A31270-0F6F-BD62-AD66-B920C57271A6}"/>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3A8EB2C3-BD4A-5C40-A92F-9BF04CCFC822}"/>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047789F1-DE1A-47ED-3A17-CAA64FA8439A}"/>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 name="Gruppieren 2">
            <a:extLst>
              <a:ext uri="{FF2B5EF4-FFF2-40B4-BE49-F238E27FC236}">
                <a16:creationId xmlns:a16="http://schemas.microsoft.com/office/drawing/2014/main" id="{D4560EAB-5F0B-0A69-7118-1DF58D492CB7}"/>
              </a:ext>
            </a:extLst>
          </p:cNvPr>
          <p:cNvGrpSpPr>
            <a:grpSpLocks noChangeAspect="1"/>
          </p:cNvGrpSpPr>
          <p:nvPr/>
        </p:nvGrpSpPr>
        <p:grpSpPr>
          <a:xfrm>
            <a:off x="9155324" y="3748655"/>
            <a:ext cx="2880000" cy="2880000"/>
            <a:chOff x="6877158" y="1088999"/>
            <a:chExt cx="4680000" cy="4680000"/>
          </a:xfrm>
        </p:grpSpPr>
        <p:grpSp>
          <p:nvGrpSpPr>
            <p:cNvPr id="4" name="Group 20">
              <a:extLst>
                <a:ext uri="{FF2B5EF4-FFF2-40B4-BE49-F238E27FC236}">
                  <a16:creationId xmlns:a16="http://schemas.microsoft.com/office/drawing/2014/main" id="{C44A9618-41A7-F174-9AEE-20B157A10C04}"/>
                </a:ext>
              </a:extLst>
            </p:cNvPr>
            <p:cNvGrpSpPr/>
            <p:nvPr/>
          </p:nvGrpSpPr>
          <p:grpSpPr>
            <a:xfrm>
              <a:off x="6877158" y="1088999"/>
              <a:ext cx="4680000" cy="4680000"/>
              <a:chOff x="5743302" y="441234"/>
              <a:chExt cx="5975532" cy="5975532"/>
            </a:xfrm>
          </p:grpSpPr>
          <p:sp>
            <p:nvSpPr>
              <p:cNvPr id="6" name="Oval 2">
                <a:extLst>
                  <a:ext uri="{FF2B5EF4-FFF2-40B4-BE49-F238E27FC236}">
                    <a16:creationId xmlns:a16="http://schemas.microsoft.com/office/drawing/2014/main" id="{2BEF1982-93B0-A288-74DC-4340BE00224A}"/>
                  </a:ext>
                </a:extLst>
              </p:cNvPr>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 name="Oval 11">
                <a:extLst>
                  <a:ext uri="{FF2B5EF4-FFF2-40B4-BE49-F238E27FC236}">
                    <a16:creationId xmlns:a16="http://schemas.microsoft.com/office/drawing/2014/main" id="{9AD3CC37-91C8-9B10-9A3C-29B28E9B99EB}"/>
                  </a:ext>
                </a:extLst>
              </p:cNvPr>
              <p:cNvSpPr/>
              <p:nvPr/>
            </p:nvSpPr>
            <p:spPr>
              <a:xfrm>
                <a:off x="5940243" y="638175"/>
                <a:ext cx="5581650" cy="5581650"/>
              </a:xfrm>
              <a:prstGeom prst="ellipse">
                <a:avLst/>
              </a:prstGeom>
              <a:noFill/>
              <a:ln w="28575">
                <a:solidFill>
                  <a:srgbClr val="0051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5" name="Grafik 4">
              <a:extLst>
                <a:ext uri="{FF2B5EF4-FFF2-40B4-BE49-F238E27FC236}">
                  <a16:creationId xmlns:a16="http://schemas.microsoft.com/office/drawing/2014/main" id="{501D935C-0B3C-47EE-442F-2680727688C1}"/>
                </a:ext>
              </a:extLst>
            </p:cNvPr>
            <p:cNvPicPr>
              <a:picLocks noChangeAspect="1"/>
            </p:cNvPicPr>
            <p:nvPr/>
          </p:nvPicPr>
          <p:blipFill>
            <a:blip r:embed="rId3"/>
            <a:stretch>
              <a:fillRect/>
            </a:stretch>
          </p:blipFill>
          <p:spPr>
            <a:xfrm>
              <a:off x="7827387" y="1615795"/>
              <a:ext cx="2809715" cy="3193949"/>
            </a:xfrm>
            <a:prstGeom prst="rect">
              <a:avLst/>
            </a:prstGeom>
          </p:spPr>
        </p:pic>
      </p:grpSp>
    </p:spTree>
    <p:extLst>
      <p:ext uri="{BB962C8B-B14F-4D97-AF65-F5344CB8AC3E}">
        <p14:creationId xmlns:p14="http://schemas.microsoft.com/office/powerpoint/2010/main" val="1069736509"/>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0E70AEBD-4229-A06F-54D0-EE47CE473774}"/>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D933001E-D38F-0C46-60FC-D75E8A19FEA6}"/>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5F12E33F-8830-24E2-34E4-E46B01189C66}"/>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„direkte Art“</a:t>
            </a:r>
          </a:p>
        </p:txBody>
      </p:sp>
      <p:grpSp>
        <p:nvGrpSpPr>
          <p:cNvPr id="2" name="Group 11">
            <a:extLst>
              <a:ext uri="{FF2B5EF4-FFF2-40B4-BE49-F238E27FC236}">
                <a16:creationId xmlns:a16="http://schemas.microsoft.com/office/drawing/2014/main" id="{82FE8CE7-FA30-961D-DF50-82BFBD910823}"/>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36C8F2DD-8076-FA06-03A7-8C6F99448A9D}"/>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B9EC83D4-A4B6-CFB7-CEE6-EA01929EE05A}"/>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E1CB0A33-7EED-4AA4-3C92-8A3CB50A2DE6}"/>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A4577D2C-CB24-3B1D-F701-24D1C3D2E77C}"/>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E6004DE2-B3D0-F1CC-ED42-056D63F4C096}"/>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08B60260-F6BF-2828-CE23-7FEDD43EA216}"/>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A88A5CAA-C80D-A0F6-B0C9-31D1D4F1472A}"/>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EB1CF277-169C-A6D2-75BE-912086EA5B8C}"/>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BBA72802-5B23-1232-0255-064E5CD020FC}"/>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4D313A2C-9502-2BEE-C6C8-57ADBA7D17AA}"/>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8566CE9C-EC42-8F39-4B11-F3CA51D76DB9}"/>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B12F1872-5B86-CD77-51B8-5C3DA12BC63E}"/>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5D035339-7A29-9CAD-7497-A172EB6FCBB3}"/>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92EFC31E-8954-B43B-193F-3B010BA77E96}"/>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82A2FB2B-9D3F-6D47-E62C-DAFBCD9C5E02}"/>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7402B10E-F88A-FEDF-16D2-5BF89617B46B}"/>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979FD27A-62BB-4EB2-84F8-D329311E546A}"/>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869DBECD-C4B8-D76A-51D0-79DC77E8FAD1}"/>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D3F7203C-A7C1-8962-B893-5A0AA1CAA257}"/>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C1759AEE-B05B-C737-8C92-EF7F2AAF4B16}"/>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3217434155"/>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5C922A27-42E2-1A04-3C30-90F53337CD46}"/>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7F9450D8-883C-7008-6D18-D562A1BFA73D}"/>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B0F9B3E8-5BFE-45CA-B926-D71310149238}"/>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„direkte Art“</a:t>
            </a:r>
          </a:p>
        </p:txBody>
      </p:sp>
      <p:grpSp>
        <p:nvGrpSpPr>
          <p:cNvPr id="2" name="Group 11">
            <a:extLst>
              <a:ext uri="{FF2B5EF4-FFF2-40B4-BE49-F238E27FC236}">
                <a16:creationId xmlns:a16="http://schemas.microsoft.com/office/drawing/2014/main" id="{258263BF-1AC9-333A-4926-7C263DDAB7AA}"/>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6E752AC4-8297-0A03-B22B-8B78AD3D4A5F}"/>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AC77C37B-143D-4D21-2102-1443AC7DA0BB}"/>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04589732-A39F-B717-3458-BE5E956D8C95}"/>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F14BEC05-7F1E-202C-8775-D9E155F692FF}"/>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0CAE5239-1B62-E96F-D3EA-27F81A9382C7}"/>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9874FC54-F16F-CA7B-FB6C-25832816BAD8}"/>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DA904A23-B41C-3EBF-D688-B583665ED40E}"/>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E045EEFA-5C52-B3C7-CE6E-5372F51E2468}"/>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016ED5FA-EC2F-5128-A613-F1B74F94C671}"/>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83156993-1283-11F7-0FF3-57892DFF093A}"/>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12B2CD33-7CD7-2EEE-CAD9-5A145B889259}"/>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17DB5A35-37BE-E5CD-4041-78893CB99C66}"/>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DF88E26A-139D-34CA-0FCF-B5F6B3A01AE7}"/>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52159D7B-FF5C-94AC-06DA-E7C63E244777}"/>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66979017-E9E2-CB85-8AFC-D837AA3B4F10}"/>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92BBF95A-713E-0CC4-CBF0-33EF2F1AC428}"/>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F1D1FEC1-363D-E2A5-CE37-7E3B2BBC996C}"/>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1367BC55-492B-5842-1511-4592913115B1}"/>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8DCA795C-E492-CF8B-9A1A-64AAC3BD6CDA}"/>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 name="Gruppieren 2">
            <a:extLst>
              <a:ext uri="{FF2B5EF4-FFF2-40B4-BE49-F238E27FC236}">
                <a16:creationId xmlns:a16="http://schemas.microsoft.com/office/drawing/2014/main" id="{8A293381-78EE-51A7-03F3-3287DF914292}"/>
              </a:ext>
            </a:extLst>
          </p:cNvPr>
          <p:cNvGrpSpPr/>
          <p:nvPr/>
        </p:nvGrpSpPr>
        <p:grpSpPr>
          <a:xfrm>
            <a:off x="5477855" y="3753264"/>
            <a:ext cx="6549471" cy="2880000"/>
            <a:chOff x="5477855" y="3753264"/>
            <a:chExt cx="6549471" cy="2880000"/>
          </a:xfrm>
        </p:grpSpPr>
        <p:sp>
          <p:nvSpPr>
            <p:cNvPr id="4" name="Rectangle 12">
              <a:extLst>
                <a:ext uri="{FF2B5EF4-FFF2-40B4-BE49-F238E27FC236}">
                  <a16:creationId xmlns:a16="http://schemas.microsoft.com/office/drawing/2014/main" id="{8BBD30B5-ECF4-1AFC-FD02-47BF153D21E6}"/>
                </a:ext>
              </a:extLst>
            </p:cNvPr>
            <p:cNvSpPr/>
            <p:nvPr/>
          </p:nvSpPr>
          <p:spPr>
            <a:xfrm>
              <a:off x="5477855" y="4769546"/>
              <a:ext cx="6384752" cy="946370"/>
            </a:xfrm>
            <a:prstGeom prst="rect">
              <a:avLst/>
            </a:prstGeom>
            <a:solidFill>
              <a:srgbClr val="A502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600" dirty="0"/>
                <a:t> IMPULSIV</a:t>
              </a:r>
              <a:endParaRPr lang="en-PK" sz="2400" dirty="0"/>
            </a:p>
          </p:txBody>
        </p:sp>
        <p:grpSp>
          <p:nvGrpSpPr>
            <p:cNvPr id="5" name="Gruppieren 4">
              <a:extLst>
                <a:ext uri="{FF2B5EF4-FFF2-40B4-BE49-F238E27FC236}">
                  <a16:creationId xmlns:a16="http://schemas.microsoft.com/office/drawing/2014/main" id="{585ACF08-F56A-A84A-158B-0412BDE5B48A}"/>
                </a:ext>
              </a:extLst>
            </p:cNvPr>
            <p:cNvGrpSpPr>
              <a:grpSpLocks noChangeAspect="1"/>
            </p:cNvGrpSpPr>
            <p:nvPr/>
          </p:nvGrpSpPr>
          <p:grpSpPr>
            <a:xfrm>
              <a:off x="9147326" y="3753264"/>
              <a:ext cx="2880000" cy="2880000"/>
              <a:chOff x="6877157" y="1088999"/>
              <a:chExt cx="4680000" cy="4680000"/>
            </a:xfrm>
          </p:grpSpPr>
          <p:grpSp>
            <p:nvGrpSpPr>
              <p:cNvPr id="6" name="Group 20">
                <a:extLst>
                  <a:ext uri="{FF2B5EF4-FFF2-40B4-BE49-F238E27FC236}">
                    <a16:creationId xmlns:a16="http://schemas.microsoft.com/office/drawing/2014/main" id="{8CA98131-B5FE-6F88-DBEB-8095C3CC4999}"/>
                  </a:ext>
                </a:extLst>
              </p:cNvPr>
              <p:cNvGrpSpPr/>
              <p:nvPr/>
            </p:nvGrpSpPr>
            <p:grpSpPr>
              <a:xfrm>
                <a:off x="6877157" y="1088999"/>
                <a:ext cx="4680000" cy="4680000"/>
                <a:chOff x="5743302" y="441234"/>
                <a:chExt cx="5975532" cy="5975532"/>
              </a:xfrm>
            </p:grpSpPr>
            <p:sp>
              <p:nvSpPr>
                <p:cNvPr id="8" name="Oval 2">
                  <a:extLst>
                    <a:ext uri="{FF2B5EF4-FFF2-40B4-BE49-F238E27FC236}">
                      <a16:creationId xmlns:a16="http://schemas.microsoft.com/office/drawing/2014/main" id="{ABD75567-A636-30B0-7D9D-0F3B190FFEAC}"/>
                    </a:ext>
                  </a:extLst>
                </p:cNvPr>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white"/>
                    </a:solidFill>
                    <a:effectLst/>
                    <a:uLnTx/>
                    <a:uFillTx/>
                    <a:latin typeface="Montserrat"/>
                    <a:ea typeface="+mn-ea"/>
                    <a:cs typeface="+mn-cs"/>
                  </a:endParaRPr>
                </a:p>
              </p:txBody>
            </p:sp>
            <p:sp>
              <p:nvSpPr>
                <p:cNvPr id="9" name="Oval 11">
                  <a:extLst>
                    <a:ext uri="{FF2B5EF4-FFF2-40B4-BE49-F238E27FC236}">
                      <a16:creationId xmlns:a16="http://schemas.microsoft.com/office/drawing/2014/main" id="{543799D4-03E6-830F-223A-11870B2E67C7}"/>
                    </a:ext>
                  </a:extLst>
                </p:cNvPr>
                <p:cNvSpPr/>
                <p:nvPr/>
              </p:nvSpPr>
              <p:spPr>
                <a:xfrm>
                  <a:off x="5940243" y="638175"/>
                  <a:ext cx="5581650" cy="5581650"/>
                </a:xfrm>
                <a:prstGeom prst="ellipse">
                  <a:avLst/>
                </a:prstGeom>
                <a:noFill/>
                <a:ln w="28575">
                  <a:solidFill>
                    <a:srgbClr val="A502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white"/>
                    </a:solidFill>
                    <a:effectLst/>
                    <a:uLnTx/>
                    <a:uFillTx/>
                    <a:latin typeface="Montserrat"/>
                    <a:ea typeface="+mn-ea"/>
                    <a:cs typeface="+mn-cs"/>
                  </a:endParaRPr>
                </a:p>
              </p:txBody>
            </p:sp>
          </p:grpSp>
          <p:pic>
            <p:nvPicPr>
              <p:cNvPr id="7" name="Grafik 6">
                <a:extLst>
                  <a:ext uri="{FF2B5EF4-FFF2-40B4-BE49-F238E27FC236}">
                    <a16:creationId xmlns:a16="http://schemas.microsoft.com/office/drawing/2014/main" id="{A41CADD3-4D3B-E03D-4A17-B8AA5C1EFCFE}"/>
                  </a:ext>
                </a:extLst>
              </p:cNvPr>
              <p:cNvPicPr>
                <a:picLocks noChangeAspect="1"/>
              </p:cNvPicPr>
              <p:nvPr/>
            </p:nvPicPr>
            <p:blipFill>
              <a:blip r:embed="rId3"/>
              <a:stretch>
                <a:fillRect/>
              </a:stretch>
            </p:blipFill>
            <p:spPr>
              <a:xfrm>
                <a:off x="7854873" y="1589231"/>
                <a:ext cx="2727365" cy="3200759"/>
              </a:xfrm>
              <a:prstGeom prst="rect">
                <a:avLst/>
              </a:prstGeom>
            </p:spPr>
          </p:pic>
        </p:grpSp>
      </p:grpSp>
    </p:spTree>
    <p:extLst>
      <p:ext uri="{BB962C8B-B14F-4D97-AF65-F5344CB8AC3E}">
        <p14:creationId xmlns:p14="http://schemas.microsoft.com/office/powerpoint/2010/main" val="1898744868"/>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B3B97205-B9CA-43E0-1F21-88299DAE23C4}"/>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21CA9FF-E27E-4EAC-DAA6-DFE429E1E8DE}"/>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698E9B0B-2889-8B59-542B-808F747E14E3}"/>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„praxis- und lösungsorientiert“</a:t>
            </a:r>
          </a:p>
        </p:txBody>
      </p:sp>
      <p:grpSp>
        <p:nvGrpSpPr>
          <p:cNvPr id="2" name="Group 11">
            <a:extLst>
              <a:ext uri="{FF2B5EF4-FFF2-40B4-BE49-F238E27FC236}">
                <a16:creationId xmlns:a16="http://schemas.microsoft.com/office/drawing/2014/main" id="{447746C3-0C25-0D4D-BB67-825F6CA12599}"/>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DF703EED-6D55-576C-4F46-0A3E230120C2}"/>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C3B7D4A1-953E-CBB9-90C1-4D7492566956}"/>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CAFD415B-7556-6A28-0BC6-DDC6C5534CBA}"/>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75F7AD55-2479-A2C0-3572-415DC3B0841E}"/>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67AD3086-CACC-931D-2DDF-951B1B674C4D}"/>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DAA7BD2E-5C77-3A16-86EF-A2B0A89A2953}"/>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5185FBA3-E7D0-EC4E-24A0-C98F4F012DAF}"/>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B1651717-65B6-9B67-5B6D-143366419B75}"/>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16DA9C39-DDF6-633A-7DB4-B47F857B4364}"/>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5D140752-5D5C-F0CF-E637-7E359D57A72D}"/>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12434B96-8559-1B19-8CED-55FC68A23768}"/>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3A331D62-9D2E-2242-5145-07C2355AEE47}"/>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D2E8D8DE-A700-190B-7417-4C8841362279}"/>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5922113A-2D1E-165F-CCC9-90FAD7BC8C09}"/>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78D5D6D4-31B2-0B39-D5B9-35EE4E12656C}"/>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F88DAB15-6940-BC94-DECE-992649E6CAF4}"/>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B91CD4CA-78BB-406E-EDE6-4DDB9AE71B96}"/>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E9073A9F-727C-2EE6-A78C-FF77D70698D7}"/>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CDD00113-B615-473F-E53A-EEF371C67E60}"/>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67B64AA8-4043-3679-AB9C-4004DD27C564}"/>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2702627113"/>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5AAAEBB8-5D67-A962-0116-82707DAE18D0}"/>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33EC7447-60AB-5861-B144-7A9F0FE8C5D3}"/>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55CCBE25-0655-5EA7-02F1-D4EF13BE122D}"/>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„praxis- und lösungsorientiert“</a:t>
            </a:r>
          </a:p>
        </p:txBody>
      </p:sp>
      <p:grpSp>
        <p:nvGrpSpPr>
          <p:cNvPr id="2" name="Group 11">
            <a:extLst>
              <a:ext uri="{FF2B5EF4-FFF2-40B4-BE49-F238E27FC236}">
                <a16:creationId xmlns:a16="http://schemas.microsoft.com/office/drawing/2014/main" id="{4584F8A6-7CF5-200E-11E3-EABCB8D7A658}"/>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DBA9D5F6-0BA2-AED3-E4A2-46F9B6ED72EF}"/>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DB254237-1F73-31F0-DB72-701F37610D9E}"/>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AA6CA2E8-5A74-276E-B1BB-F8A9F11E2DB2}"/>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F39A934E-6D11-1423-CC66-2CD2EA5B788D}"/>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37821AAA-720D-AE8C-9488-765FC8E50D1E}"/>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AC1B3CF7-60A3-EAE4-C71F-3EE9C4A02348}"/>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1C0F2778-9206-BE41-2B9A-1A10C30C89D0}"/>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DAB6F5BC-E226-F6CD-C823-90189A780C70}"/>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39AB1DF2-B268-68C3-EED7-AE183904FE7F}"/>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040E249D-7020-20D9-A84D-1736D1728D1F}"/>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22A0926C-C71C-A92D-DE1D-7B4401EF7469}"/>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861A597A-92E0-4411-704D-8D5396303A8A}"/>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56FE25CB-4438-C312-44C7-ECB181395E9D}"/>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DF376665-0515-7D43-AC91-BF3638A1040E}"/>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1E46D5C0-413D-7B18-EA35-BE047B0C860B}"/>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B987F685-DB4A-D7FD-7C70-D410CEAC54E4}"/>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A254D00B-288F-CB41-3011-5BC79BFD362F}"/>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4FA6892C-9E0B-EC33-CD60-C59FD0039E1B}"/>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4C7F1490-DE0C-5A0E-B75F-1BA9A4F9EA5B}"/>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9" name="Rectangle 12">
            <a:extLst>
              <a:ext uri="{FF2B5EF4-FFF2-40B4-BE49-F238E27FC236}">
                <a16:creationId xmlns:a16="http://schemas.microsoft.com/office/drawing/2014/main" id="{5489D34D-2D81-CC9E-D6F3-6A889A3B047E}"/>
              </a:ext>
            </a:extLst>
          </p:cNvPr>
          <p:cNvSpPr/>
          <p:nvPr/>
        </p:nvSpPr>
        <p:spPr>
          <a:xfrm>
            <a:off x="5477855" y="4769546"/>
            <a:ext cx="6384752" cy="946370"/>
          </a:xfrm>
          <a:prstGeom prst="rect">
            <a:avLst/>
          </a:prstGeom>
          <a:solidFill>
            <a:srgbClr val="ED8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a:t> </a:t>
            </a:r>
            <a:r>
              <a:rPr lang="de-DE" sz="3600" dirty="0"/>
              <a:t>INTUITIV</a:t>
            </a:r>
            <a:endParaRPr lang="en-PK" dirty="0"/>
          </a:p>
        </p:txBody>
      </p:sp>
      <p:grpSp>
        <p:nvGrpSpPr>
          <p:cNvPr id="10" name="Gruppieren 9">
            <a:extLst>
              <a:ext uri="{FF2B5EF4-FFF2-40B4-BE49-F238E27FC236}">
                <a16:creationId xmlns:a16="http://schemas.microsoft.com/office/drawing/2014/main" id="{987CB704-9E0C-A5EE-6851-9BA8C858B9F2}"/>
              </a:ext>
            </a:extLst>
          </p:cNvPr>
          <p:cNvGrpSpPr>
            <a:grpSpLocks noChangeAspect="1"/>
          </p:cNvGrpSpPr>
          <p:nvPr/>
        </p:nvGrpSpPr>
        <p:grpSpPr>
          <a:xfrm>
            <a:off x="9154480" y="3748568"/>
            <a:ext cx="2880000" cy="2880000"/>
            <a:chOff x="1396923" y="779725"/>
            <a:chExt cx="4680000" cy="4680000"/>
          </a:xfrm>
        </p:grpSpPr>
        <p:grpSp>
          <p:nvGrpSpPr>
            <p:cNvPr id="11" name="Group 20">
              <a:extLst>
                <a:ext uri="{FF2B5EF4-FFF2-40B4-BE49-F238E27FC236}">
                  <a16:creationId xmlns:a16="http://schemas.microsoft.com/office/drawing/2014/main" id="{4EB75648-47CF-D0AF-015C-B27F78BA31B9}"/>
                </a:ext>
              </a:extLst>
            </p:cNvPr>
            <p:cNvGrpSpPr/>
            <p:nvPr/>
          </p:nvGrpSpPr>
          <p:grpSpPr>
            <a:xfrm>
              <a:off x="1396923" y="779725"/>
              <a:ext cx="4680000" cy="4680000"/>
              <a:chOff x="5743302" y="441234"/>
              <a:chExt cx="5975532" cy="5975532"/>
            </a:xfrm>
          </p:grpSpPr>
          <p:sp>
            <p:nvSpPr>
              <p:cNvPr id="13" name="Oval 2">
                <a:extLst>
                  <a:ext uri="{FF2B5EF4-FFF2-40B4-BE49-F238E27FC236}">
                    <a16:creationId xmlns:a16="http://schemas.microsoft.com/office/drawing/2014/main" id="{F233DD1A-07CC-5D8E-B3D5-03C9789751D4}"/>
                  </a:ext>
                </a:extLst>
              </p:cNvPr>
              <p:cNvSpPr>
                <a:spLocks noChangeAspect="1"/>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4" name="Oval 11">
                <a:extLst>
                  <a:ext uri="{FF2B5EF4-FFF2-40B4-BE49-F238E27FC236}">
                    <a16:creationId xmlns:a16="http://schemas.microsoft.com/office/drawing/2014/main" id="{982BF775-23D9-4ED7-548A-921DDE53164D}"/>
                  </a:ext>
                </a:extLst>
              </p:cNvPr>
              <p:cNvSpPr/>
              <p:nvPr/>
            </p:nvSpPr>
            <p:spPr>
              <a:xfrm>
                <a:off x="5940243" y="638175"/>
                <a:ext cx="5581650" cy="5581650"/>
              </a:xfrm>
              <a:prstGeom prst="ellipse">
                <a:avLst/>
              </a:prstGeom>
              <a:noFill/>
              <a:ln w="28575">
                <a:solidFill>
                  <a:srgbClr val="ED80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12" name="Grafik 11">
              <a:extLst>
                <a:ext uri="{FF2B5EF4-FFF2-40B4-BE49-F238E27FC236}">
                  <a16:creationId xmlns:a16="http://schemas.microsoft.com/office/drawing/2014/main" id="{A407D7F6-0DD3-61E6-39F3-3073DFA8CC1C}"/>
                </a:ext>
              </a:extLst>
            </p:cNvPr>
            <p:cNvPicPr>
              <a:picLocks noChangeAspect="1"/>
            </p:cNvPicPr>
            <p:nvPr/>
          </p:nvPicPr>
          <p:blipFill>
            <a:blip r:embed="rId3"/>
            <a:stretch>
              <a:fillRect/>
            </a:stretch>
          </p:blipFill>
          <p:spPr>
            <a:xfrm>
              <a:off x="2388522" y="1266844"/>
              <a:ext cx="2770199" cy="3270201"/>
            </a:xfrm>
            <a:prstGeom prst="rect">
              <a:avLst/>
            </a:prstGeom>
          </p:spPr>
        </p:pic>
      </p:grpSp>
    </p:spTree>
    <p:extLst>
      <p:ext uri="{BB962C8B-B14F-4D97-AF65-F5344CB8AC3E}">
        <p14:creationId xmlns:p14="http://schemas.microsoft.com/office/powerpoint/2010/main" val="4120437391"/>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E2F25CF9-505B-7D55-E6AD-A578F7AC0BCA}"/>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8DED2492-E56D-66B6-E904-E00E10DE6E9E}"/>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8F30E28A-DE32-DF3B-D4CE-E6D1AEBEC52C}"/>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„Begeisterung“</a:t>
            </a:r>
          </a:p>
        </p:txBody>
      </p:sp>
      <p:grpSp>
        <p:nvGrpSpPr>
          <p:cNvPr id="2" name="Group 11">
            <a:extLst>
              <a:ext uri="{FF2B5EF4-FFF2-40B4-BE49-F238E27FC236}">
                <a16:creationId xmlns:a16="http://schemas.microsoft.com/office/drawing/2014/main" id="{CE0088B3-9F93-8841-1DFD-DFD4F08F78F3}"/>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E361E352-DA1E-8C17-89E1-29C457CC874B}"/>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DDEFFBBC-A9DD-E522-0035-3C533A14B485}"/>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4AABAAC3-859A-9704-4C92-D62BBA03AB61}"/>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277201D0-684E-A57D-508F-4D0025F6B607}"/>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B4252CC6-D287-C692-22ED-B25F74A48EB6}"/>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6272BFDA-B571-A08B-E5CD-34C2F9838578}"/>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AB366F97-3368-BB2D-A182-4D29B7DC1C44}"/>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032DA777-2679-BADC-1E5C-5861F3F08E58}"/>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2234EDF5-3541-590B-8273-7323ECFC2EA6}"/>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BB15D66E-4370-238F-A142-004258DA3858}"/>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A85DAD41-BA96-DE7B-897A-9EB6C0BD8A46}"/>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FEF50BDE-124B-E951-8AC3-EBC97679B410}"/>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A8A0B493-2D6D-DFD5-A919-47C5127C5935}"/>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CC07D6D6-4EB8-4364-577B-4D1A411C9052}"/>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26922DC3-4E3B-C635-A75E-3C9EB4EFB47F}"/>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D03F92F1-3D46-CFDC-0C49-58F43A11CCBB}"/>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2749AA6F-AA92-2EC2-11FA-72D97D8ABDAC}"/>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2331ECF7-7444-A95F-64BA-90970CC86C20}"/>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F028CC6B-E681-AFB9-3311-F8658D0EFBD5}"/>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7B89CA9E-6B85-944B-F8A5-236CB1130296}"/>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1172236790"/>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B65B34F7-4FE9-2DA1-E755-C0F7552041A0}"/>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2C582697-2130-E0E6-8FCA-1E3459057951}"/>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C3468B05-660B-B556-A252-907EE4C26216}"/>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„Begeisterung“</a:t>
            </a:r>
          </a:p>
        </p:txBody>
      </p:sp>
      <p:grpSp>
        <p:nvGrpSpPr>
          <p:cNvPr id="2" name="Group 11">
            <a:extLst>
              <a:ext uri="{FF2B5EF4-FFF2-40B4-BE49-F238E27FC236}">
                <a16:creationId xmlns:a16="http://schemas.microsoft.com/office/drawing/2014/main" id="{34628E46-F194-615C-B82D-927978C17750}"/>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31D314AE-9963-AAC7-9A76-BB83354AA5D2}"/>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448C7690-4E69-1BB8-3963-C1A87BD33333}"/>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92CBF92D-372D-D7F4-8A42-E9C30F14A61D}"/>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EBC75B87-30B8-E25F-0122-7F91B697A8F7}"/>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51F8C955-1E9D-48AA-5F91-32BA174E56DC}"/>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12E3B0E0-6F11-7457-2E8A-F4B06EA39224}"/>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68ED72D9-7DC9-FC39-401C-3DF64D564AD1}"/>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E192F451-8310-DBC4-27EB-5BD5B8BD5436}"/>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C995C929-2ABD-6602-0E6F-8646146C3CEE}"/>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957B4F60-B601-7352-79E8-CB7B15D46B72}"/>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2AA3042A-4936-C63D-34F2-23FFF0608FC1}"/>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701D515A-AA40-3B95-D19A-F6A987B67623}"/>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04EE9E03-D4E9-F75E-D73D-B64A28F6E3C7}"/>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F9AB577E-9035-99BF-7965-C0D92D2B7549}"/>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3F69EE03-B60E-3997-EBEA-1275938BF49D}"/>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ED4A14C7-DBFE-E849-A1DB-4B11ACDCDB1C}"/>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EBA8464D-0812-714C-00F1-6DBB998B62D6}"/>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B5FC43D1-38B7-0F13-DB06-33B81565DB3F}"/>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54E5FC81-A2FE-DA12-9B1E-111FFBE0C07F}"/>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 name="Gruppieren 2">
            <a:extLst>
              <a:ext uri="{FF2B5EF4-FFF2-40B4-BE49-F238E27FC236}">
                <a16:creationId xmlns:a16="http://schemas.microsoft.com/office/drawing/2014/main" id="{E9F74A4E-7C59-3622-A1BA-E61D52ABF8C5}"/>
              </a:ext>
            </a:extLst>
          </p:cNvPr>
          <p:cNvGrpSpPr/>
          <p:nvPr/>
        </p:nvGrpSpPr>
        <p:grpSpPr>
          <a:xfrm>
            <a:off x="5477855" y="3753264"/>
            <a:ext cx="6549471" cy="2880000"/>
            <a:chOff x="5477855" y="3753264"/>
            <a:chExt cx="6549471" cy="2880000"/>
          </a:xfrm>
        </p:grpSpPr>
        <p:sp>
          <p:nvSpPr>
            <p:cNvPr id="4" name="Rectangle 12">
              <a:extLst>
                <a:ext uri="{FF2B5EF4-FFF2-40B4-BE49-F238E27FC236}">
                  <a16:creationId xmlns:a16="http://schemas.microsoft.com/office/drawing/2014/main" id="{9B57D45A-8E56-A964-5311-A3FE2D16942C}"/>
                </a:ext>
              </a:extLst>
            </p:cNvPr>
            <p:cNvSpPr/>
            <p:nvPr/>
          </p:nvSpPr>
          <p:spPr>
            <a:xfrm>
              <a:off x="5477855" y="4769546"/>
              <a:ext cx="6384752" cy="946370"/>
            </a:xfrm>
            <a:prstGeom prst="rect">
              <a:avLst/>
            </a:prstGeom>
            <a:solidFill>
              <a:srgbClr val="A502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600" dirty="0"/>
                <a:t> IMPULSIV</a:t>
              </a:r>
              <a:endParaRPr lang="en-PK" sz="2400" dirty="0"/>
            </a:p>
          </p:txBody>
        </p:sp>
        <p:grpSp>
          <p:nvGrpSpPr>
            <p:cNvPr id="5" name="Gruppieren 4">
              <a:extLst>
                <a:ext uri="{FF2B5EF4-FFF2-40B4-BE49-F238E27FC236}">
                  <a16:creationId xmlns:a16="http://schemas.microsoft.com/office/drawing/2014/main" id="{16479F6E-BFF8-9AB5-D07D-B215271FD5C4}"/>
                </a:ext>
              </a:extLst>
            </p:cNvPr>
            <p:cNvGrpSpPr>
              <a:grpSpLocks noChangeAspect="1"/>
            </p:cNvGrpSpPr>
            <p:nvPr/>
          </p:nvGrpSpPr>
          <p:grpSpPr>
            <a:xfrm>
              <a:off x="9147326" y="3753264"/>
              <a:ext cx="2880000" cy="2880000"/>
              <a:chOff x="6877157" y="1088999"/>
              <a:chExt cx="4680000" cy="4680000"/>
            </a:xfrm>
          </p:grpSpPr>
          <p:grpSp>
            <p:nvGrpSpPr>
              <p:cNvPr id="6" name="Group 20">
                <a:extLst>
                  <a:ext uri="{FF2B5EF4-FFF2-40B4-BE49-F238E27FC236}">
                    <a16:creationId xmlns:a16="http://schemas.microsoft.com/office/drawing/2014/main" id="{F1E5542B-C7D7-C48F-49F7-6C5FD9E37FFE}"/>
                  </a:ext>
                </a:extLst>
              </p:cNvPr>
              <p:cNvGrpSpPr/>
              <p:nvPr/>
            </p:nvGrpSpPr>
            <p:grpSpPr>
              <a:xfrm>
                <a:off x="6877157" y="1088999"/>
                <a:ext cx="4680000" cy="4680000"/>
                <a:chOff x="5743302" y="441234"/>
                <a:chExt cx="5975532" cy="5975532"/>
              </a:xfrm>
            </p:grpSpPr>
            <p:sp>
              <p:nvSpPr>
                <p:cNvPr id="8" name="Oval 2">
                  <a:extLst>
                    <a:ext uri="{FF2B5EF4-FFF2-40B4-BE49-F238E27FC236}">
                      <a16:creationId xmlns:a16="http://schemas.microsoft.com/office/drawing/2014/main" id="{519D9611-D9D5-6ED1-90CA-A243D63BEEF9}"/>
                    </a:ext>
                  </a:extLst>
                </p:cNvPr>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white"/>
                    </a:solidFill>
                    <a:effectLst/>
                    <a:uLnTx/>
                    <a:uFillTx/>
                    <a:latin typeface="Montserrat"/>
                    <a:ea typeface="+mn-ea"/>
                    <a:cs typeface="+mn-cs"/>
                  </a:endParaRPr>
                </a:p>
              </p:txBody>
            </p:sp>
            <p:sp>
              <p:nvSpPr>
                <p:cNvPr id="9" name="Oval 11">
                  <a:extLst>
                    <a:ext uri="{FF2B5EF4-FFF2-40B4-BE49-F238E27FC236}">
                      <a16:creationId xmlns:a16="http://schemas.microsoft.com/office/drawing/2014/main" id="{C4C069E2-9352-412A-1A8D-D4E06A50F1E3}"/>
                    </a:ext>
                  </a:extLst>
                </p:cNvPr>
                <p:cNvSpPr/>
                <p:nvPr/>
              </p:nvSpPr>
              <p:spPr>
                <a:xfrm>
                  <a:off x="5940243" y="638175"/>
                  <a:ext cx="5581650" cy="5581650"/>
                </a:xfrm>
                <a:prstGeom prst="ellipse">
                  <a:avLst/>
                </a:prstGeom>
                <a:noFill/>
                <a:ln w="28575">
                  <a:solidFill>
                    <a:srgbClr val="A502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white"/>
                    </a:solidFill>
                    <a:effectLst/>
                    <a:uLnTx/>
                    <a:uFillTx/>
                    <a:latin typeface="Montserrat"/>
                    <a:ea typeface="+mn-ea"/>
                    <a:cs typeface="+mn-cs"/>
                  </a:endParaRPr>
                </a:p>
              </p:txBody>
            </p:sp>
          </p:grpSp>
          <p:pic>
            <p:nvPicPr>
              <p:cNvPr id="7" name="Grafik 6">
                <a:extLst>
                  <a:ext uri="{FF2B5EF4-FFF2-40B4-BE49-F238E27FC236}">
                    <a16:creationId xmlns:a16="http://schemas.microsoft.com/office/drawing/2014/main" id="{79D96590-E9D1-7104-E72B-CDEE03ED97BA}"/>
                  </a:ext>
                </a:extLst>
              </p:cNvPr>
              <p:cNvPicPr>
                <a:picLocks noChangeAspect="1"/>
              </p:cNvPicPr>
              <p:nvPr/>
            </p:nvPicPr>
            <p:blipFill>
              <a:blip r:embed="rId3"/>
              <a:stretch>
                <a:fillRect/>
              </a:stretch>
            </p:blipFill>
            <p:spPr>
              <a:xfrm>
                <a:off x="7854873" y="1589231"/>
                <a:ext cx="2727365" cy="3200759"/>
              </a:xfrm>
              <a:prstGeom prst="rect">
                <a:avLst/>
              </a:prstGeom>
            </p:spPr>
          </p:pic>
        </p:grpSp>
      </p:grpSp>
    </p:spTree>
    <p:extLst>
      <p:ext uri="{BB962C8B-B14F-4D97-AF65-F5344CB8AC3E}">
        <p14:creationId xmlns:p14="http://schemas.microsoft.com/office/powerpoint/2010/main" val="3545122989"/>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7701B9FC-D342-5405-5DC3-961ACEC916C2}"/>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3FB0167B-59D2-2C2A-4388-704D6DA648BD}"/>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F5618E0D-47E4-06E9-DC2B-3880561BB919}"/>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„Struktur“</a:t>
            </a:r>
          </a:p>
        </p:txBody>
      </p:sp>
      <p:grpSp>
        <p:nvGrpSpPr>
          <p:cNvPr id="2" name="Group 11">
            <a:extLst>
              <a:ext uri="{FF2B5EF4-FFF2-40B4-BE49-F238E27FC236}">
                <a16:creationId xmlns:a16="http://schemas.microsoft.com/office/drawing/2014/main" id="{252E207B-7CA5-F19D-C519-9084A3308A09}"/>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ECD8660D-064A-3175-483A-0766986AEA38}"/>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24FFC96F-F3FE-06E1-DCF7-035BEF1A0694}"/>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A4131DBB-D8FF-E6B5-9BE4-EC017AA34C27}"/>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507C1343-8444-C924-444D-2B5348A2120A}"/>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42308709-E36B-A6B1-6431-BA1D80F4B638}"/>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1F8F23E1-1130-8E7E-C858-304DA46B1AF0}"/>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C7117D2C-E01E-B518-89C3-961F33C5544F}"/>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078444A6-029D-551D-F9EF-912CDAC5A931}"/>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2D0128F8-1CC0-20AF-C53B-EB3E921EEA3E}"/>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9538D354-2A1C-5905-75BC-921D206B851D}"/>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877B9312-053D-D591-7A3E-D5567404E7AA}"/>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76CF7409-2924-4B57-8066-7D18468A56A6}"/>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C889D3DA-96F5-3CAE-7C1D-B9FF3407DB20}"/>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D7689505-7933-AACE-0939-0F99A9C307CE}"/>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FDD95CBA-1F62-4D5B-7C0F-2C80C921A2AC}"/>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FA7E49D2-9B8B-A303-702F-5C6F02792CFC}"/>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0FFB3C20-26AF-8BBD-E7A6-DB82196224C4}"/>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F3B73514-8C77-43D6-9803-59CC5B8BB568}"/>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B8EA83B2-2682-C305-8BA7-56FB1D4F8E3A}"/>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35DD39F6-C8C8-734F-BD6E-3C71FD27B65D}"/>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1493213839"/>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BC25BD6E-EE4C-FF4B-B8B2-543F0EB694EA}"/>
            </a:ext>
          </a:extLst>
        </p:cNvPr>
        <p:cNvGrpSpPr/>
        <p:nvPr/>
      </p:nvGrpSpPr>
      <p:grpSpPr>
        <a:xfrm>
          <a:off x="0" y="0"/>
          <a:ext cx="0" cy="0"/>
          <a:chOff x="0" y="0"/>
          <a:chExt cx="0" cy="0"/>
        </a:xfrm>
      </p:grpSpPr>
      <p:sp>
        <p:nvSpPr>
          <p:cNvPr id="9" name="Rectangle 12">
            <a:extLst>
              <a:ext uri="{FF2B5EF4-FFF2-40B4-BE49-F238E27FC236}">
                <a16:creationId xmlns:a16="http://schemas.microsoft.com/office/drawing/2014/main" id="{26FCEBCC-7C14-C8F8-FFC4-84589EF8E9FF}"/>
              </a:ext>
            </a:extLst>
          </p:cNvPr>
          <p:cNvSpPr/>
          <p:nvPr/>
        </p:nvSpPr>
        <p:spPr>
          <a:xfrm>
            <a:off x="5477855" y="4769546"/>
            <a:ext cx="6384752" cy="946370"/>
          </a:xfrm>
          <a:prstGeom prst="rect">
            <a:avLst/>
          </a:prstGeom>
          <a:solidFill>
            <a:srgbClr val="005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600" dirty="0"/>
              <a:t> ANALYTISCH</a:t>
            </a:r>
            <a:endParaRPr lang="en-PK" sz="2400" dirty="0"/>
          </a:p>
        </p:txBody>
      </p:sp>
      <p:sp>
        <p:nvSpPr>
          <p:cNvPr id="15" name="Rectangle: Rounded Corners 14">
            <a:extLst>
              <a:ext uri="{FF2B5EF4-FFF2-40B4-BE49-F238E27FC236}">
                <a16:creationId xmlns:a16="http://schemas.microsoft.com/office/drawing/2014/main" id="{5EB5D8EA-B82B-D35C-5D91-65A8C7FE5F60}"/>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17BA7009-00D4-4F71-9698-E01EF3318A04}"/>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„Struktur“</a:t>
            </a:r>
          </a:p>
        </p:txBody>
      </p:sp>
      <p:grpSp>
        <p:nvGrpSpPr>
          <p:cNvPr id="2" name="Group 11">
            <a:extLst>
              <a:ext uri="{FF2B5EF4-FFF2-40B4-BE49-F238E27FC236}">
                <a16:creationId xmlns:a16="http://schemas.microsoft.com/office/drawing/2014/main" id="{4135EEE9-F27A-D7F4-9E10-1CEAA63E9E11}"/>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CF43B696-A255-8160-E6A9-50C6D4B29DCB}"/>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17F48391-F053-229D-4262-07946692E98E}"/>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0710E917-DBA9-AD6C-9268-75F2AF2D14BF}"/>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93C8657A-6D02-C7FC-33FE-45C02BC08031}"/>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3E824E8D-286A-2794-06D9-73FB95B2F5ED}"/>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9DBBF8B5-2705-CF47-2B7E-3835D9F54ABD}"/>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CA37E480-7A1D-40A3-A179-08814E305398}"/>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579B5974-2371-AE4C-E7F4-9F4987EA212E}"/>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AB28DFB2-5AC1-CCA3-30D3-D133CC87002F}"/>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AF001EA8-B60C-E4BF-B5DB-2720BD130EA4}"/>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C822909E-5778-6C62-20D3-221846B4004B}"/>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86195C2F-40BD-063F-7F35-2D086EAE570D}"/>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8634DE5F-3ADD-01AD-CE44-774601D79654}"/>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D43FFD76-84FC-AED2-681B-0D3099C42E46}"/>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FD87C9EB-9928-DBFE-BB57-FED432EC655F}"/>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5DCEB54F-E1E5-CDC1-ED5D-4D3FCB819D00}"/>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8DF46BC8-6F54-7540-644E-0BA0A3A9D026}"/>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D0201BE8-2EC7-E853-D665-7B7960688C49}"/>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041E45DF-A58B-6C30-CB9E-8220C9FDD79B}"/>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 name="Gruppieren 2">
            <a:extLst>
              <a:ext uri="{FF2B5EF4-FFF2-40B4-BE49-F238E27FC236}">
                <a16:creationId xmlns:a16="http://schemas.microsoft.com/office/drawing/2014/main" id="{6C5A613F-D3E7-D9DF-2916-DB5654B9965F}"/>
              </a:ext>
            </a:extLst>
          </p:cNvPr>
          <p:cNvGrpSpPr>
            <a:grpSpLocks noChangeAspect="1"/>
          </p:cNvGrpSpPr>
          <p:nvPr/>
        </p:nvGrpSpPr>
        <p:grpSpPr>
          <a:xfrm>
            <a:off x="9155324" y="3748655"/>
            <a:ext cx="2880000" cy="2880000"/>
            <a:chOff x="6877158" y="1088999"/>
            <a:chExt cx="4680000" cy="4680000"/>
          </a:xfrm>
        </p:grpSpPr>
        <p:grpSp>
          <p:nvGrpSpPr>
            <p:cNvPr id="4" name="Group 20">
              <a:extLst>
                <a:ext uri="{FF2B5EF4-FFF2-40B4-BE49-F238E27FC236}">
                  <a16:creationId xmlns:a16="http://schemas.microsoft.com/office/drawing/2014/main" id="{6B26D66E-FA33-F689-D8CF-66CCB581C0E4}"/>
                </a:ext>
              </a:extLst>
            </p:cNvPr>
            <p:cNvGrpSpPr/>
            <p:nvPr/>
          </p:nvGrpSpPr>
          <p:grpSpPr>
            <a:xfrm>
              <a:off x="6877158" y="1088999"/>
              <a:ext cx="4680000" cy="4680000"/>
              <a:chOff x="5743302" y="441234"/>
              <a:chExt cx="5975532" cy="5975532"/>
            </a:xfrm>
          </p:grpSpPr>
          <p:sp>
            <p:nvSpPr>
              <p:cNvPr id="6" name="Oval 2">
                <a:extLst>
                  <a:ext uri="{FF2B5EF4-FFF2-40B4-BE49-F238E27FC236}">
                    <a16:creationId xmlns:a16="http://schemas.microsoft.com/office/drawing/2014/main" id="{BA06879A-DF11-221B-7191-BB7EAF0AF22A}"/>
                  </a:ext>
                </a:extLst>
              </p:cNvPr>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 name="Oval 11">
                <a:extLst>
                  <a:ext uri="{FF2B5EF4-FFF2-40B4-BE49-F238E27FC236}">
                    <a16:creationId xmlns:a16="http://schemas.microsoft.com/office/drawing/2014/main" id="{3565FD58-7B16-D01E-0AAC-E8D9719A22B5}"/>
                  </a:ext>
                </a:extLst>
              </p:cNvPr>
              <p:cNvSpPr/>
              <p:nvPr/>
            </p:nvSpPr>
            <p:spPr>
              <a:xfrm>
                <a:off x="5940243" y="638175"/>
                <a:ext cx="5581650" cy="5581650"/>
              </a:xfrm>
              <a:prstGeom prst="ellipse">
                <a:avLst/>
              </a:prstGeom>
              <a:noFill/>
              <a:ln w="28575">
                <a:solidFill>
                  <a:srgbClr val="0051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5" name="Grafik 4">
              <a:extLst>
                <a:ext uri="{FF2B5EF4-FFF2-40B4-BE49-F238E27FC236}">
                  <a16:creationId xmlns:a16="http://schemas.microsoft.com/office/drawing/2014/main" id="{621B5813-AC99-201A-BAD3-EF66F4FD573C}"/>
                </a:ext>
              </a:extLst>
            </p:cNvPr>
            <p:cNvPicPr>
              <a:picLocks noChangeAspect="1"/>
            </p:cNvPicPr>
            <p:nvPr/>
          </p:nvPicPr>
          <p:blipFill>
            <a:blip r:embed="rId3"/>
            <a:stretch>
              <a:fillRect/>
            </a:stretch>
          </p:blipFill>
          <p:spPr>
            <a:xfrm>
              <a:off x="7827387" y="1615795"/>
              <a:ext cx="2809715" cy="3193949"/>
            </a:xfrm>
            <a:prstGeom prst="rect">
              <a:avLst/>
            </a:prstGeom>
          </p:spPr>
        </p:pic>
      </p:grpSp>
    </p:spTree>
    <p:extLst>
      <p:ext uri="{BB962C8B-B14F-4D97-AF65-F5344CB8AC3E}">
        <p14:creationId xmlns:p14="http://schemas.microsoft.com/office/powerpoint/2010/main" val="2120777572"/>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F1EBDB57-CD6C-E7B8-7163-BD24C4604045}"/>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DAE0BF2A-04A5-D2BE-215D-88AC7FFD3AFD}"/>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C06644C0-789B-B204-2E9A-14852CD04365}"/>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„zurückhaltend und kontrolliert“</a:t>
            </a:r>
          </a:p>
        </p:txBody>
      </p:sp>
      <p:grpSp>
        <p:nvGrpSpPr>
          <p:cNvPr id="2" name="Group 11">
            <a:extLst>
              <a:ext uri="{FF2B5EF4-FFF2-40B4-BE49-F238E27FC236}">
                <a16:creationId xmlns:a16="http://schemas.microsoft.com/office/drawing/2014/main" id="{5E1F1193-D574-195E-AEDE-9219DD8064C0}"/>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744BD868-3608-F3C5-89CF-BA369DC47AC4}"/>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1A347E83-CE79-51DA-1B5C-31D370DBD8C2}"/>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7D1A3210-DBBF-BDB9-A967-0E2D2A6A97E7}"/>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483D329F-C7F2-F87F-E76E-D32BB5D21272}"/>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4568132F-3C03-A32D-D9EA-C0062419FA82}"/>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6D901491-3A22-F167-B0FF-33942F133686}"/>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076B1337-D8C2-E8E0-B5C9-9C4F41914486}"/>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55A3A6CE-D44D-3E0F-8E4C-7288C40D9A18}"/>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060CA4CA-108B-EB27-C51E-B366A8AE7638}"/>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29DBC39F-2139-A6CB-071D-7CE03FDE613D}"/>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AA2171AC-61DE-F267-714E-A4936C8F2848}"/>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3BDF30B3-B74C-4532-D304-A0A8B20F43D4}"/>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02E8D04F-A713-CF39-90DF-DEE5490BBA21}"/>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965BF906-75A7-32B6-6F34-1E42E572F41D}"/>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A3D899AC-586C-9AE8-665A-C13A137005EA}"/>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4AE9D8E2-783F-0213-7AF2-865FB4D5B5C3}"/>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B06E62DE-D164-1F35-7AF6-9D66EB427677}"/>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43176E73-A72C-D0AD-D241-21256BEE44B4}"/>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27BF6092-7A7D-A255-D452-FCD3C893A911}"/>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E7A48FF7-7020-50DD-A784-AB973BDC5617}"/>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2501780615"/>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49F050CE-E5C3-ED96-5793-380BA2A903F8}"/>
            </a:ext>
          </a:extLst>
        </p:cNvPr>
        <p:cNvGrpSpPr/>
        <p:nvPr/>
      </p:nvGrpSpPr>
      <p:grpSpPr>
        <a:xfrm>
          <a:off x="0" y="0"/>
          <a:ext cx="0" cy="0"/>
          <a:chOff x="0" y="0"/>
          <a:chExt cx="0" cy="0"/>
        </a:xfrm>
      </p:grpSpPr>
      <p:sp>
        <p:nvSpPr>
          <p:cNvPr id="8" name="Rectangle 12">
            <a:extLst>
              <a:ext uri="{FF2B5EF4-FFF2-40B4-BE49-F238E27FC236}">
                <a16:creationId xmlns:a16="http://schemas.microsoft.com/office/drawing/2014/main" id="{6F62FCD7-D2A9-31D2-D779-7DC889CB87AE}"/>
              </a:ext>
            </a:extLst>
          </p:cNvPr>
          <p:cNvSpPr/>
          <p:nvPr/>
        </p:nvSpPr>
        <p:spPr>
          <a:xfrm>
            <a:off x="5477855" y="4769546"/>
            <a:ext cx="6384752" cy="946370"/>
          </a:xfrm>
          <a:prstGeom prst="rect">
            <a:avLst/>
          </a:prstGeom>
          <a:solidFill>
            <a:srgbClr val="005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600" dirty="0"/>
              <a:t> ANALYTISCH</a:t>
            </a:r>
            <a:endParaRPr lang="en-PK" sz="2400" dirty="0"/>
          </a:p>
        </p:txBody>
      </p:sp>
      <p:sp>
        <p:nvSpPr>
          <p:cNvPr id="15" name="Rectangle: Rounded Corners 14">
            <a:extLst>
              <a:ext uri="{FF2B5EF4-FFF2-40B4-BE49-F238E27FC236}">
                <a16:creationId xmlns:a16="http://schemas.microsoft.com/office/drawing/2014/main" id="{BEB365B7-D6E7-FE7B-C787-B128EC71FCEA}"/>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D0B57C42-6958-D852-A61F-6ED10A1C0313}"/>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„zurückhaltend und kontrolliert“</a:t>
            </a:r>
          </a:p>
        </p:txBody>
      </p:sp>
      <p:grpSp>
        <p:nvGrpSpPr>
          <p:cNvPr id="2" name="Group 11">
            <a:extLst>
              <a:ext uri="{FF2B5EF4-FFF2-40B4-BE49-F238E27FC236}">
                <a16:creationId xmlns:a16="http://schemas.microsoft.com/office/drawing/2014/main" id="{55502FD2-D499-A3F4-B2FE-E2F948E381BB}"/>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814F4094-7453-99AC-1F23-EAE05F4FCEB6}"/>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621D3C33-5398-B18B-5B79-3E827BEA8C12}"/>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72031CB0-436E-DD68-EA56-BB24D8C3F72E}"/>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1994214B-5B7A-F045-AC7A-9CCC07134B54}"/>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C1710011-4EFA-3266-42D4-E9D39C8B637F}"/>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9F8E419B-1FA8-244C-667D-18BA2D8F1AE7}"/>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9E41A13D-13ED-EB86-75A4-72858369C56F}"/>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6909B75B-F4C8-669C-1796-D479AAC0B0AA}"/>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73DB3E09-3FE3-351D-2C77-BA871F3F2FE9}"/>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ADD6B793-7607-0AA4-F7CC-209F8CDA2E8B}"/>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34AF6964-1143-FFD2-465D-4E93CD53C3A0}"/>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709EE1F7-2A8A-B7EE-8ACD-3A08A5C575E2}"/>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9AD2E476-600D-1469-A182-CCDFED85D812}"/>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93AAB92E-77F3-A25F-0495-4A59E2EF89F8}"/>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EBAF5EA9-C60B-625E-6B90-FDCEDB8B8FFF}"/>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4E4E78DD-9631-F746-8320-0945E24AE314}"/>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A70F07BF-9F97-72FC-50F7-E3EDBA80002A}"/>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FD734238-3D32-2107-3D36-5D6B429C73A0}"/>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0DDAD7D9-27E6-465B-6242-84FB425F58B6}"/>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 name="Gruppieren 2">
            <a:extLst>
              <a:ext uri="{FF2B5EF4-FFF2-40B4-BE49-F238E27FC236}">
                <a16:creationId xmlns:a16="http://schemas.microsoft.com/office/drawing/2014/main" id="{2E55C1A3-803A-7088-64A8-E273AE278738}"/>
              </a:ext>
            </a:extLst>
          </p:cNvPr>
          <p:cNvGrpSpPr>
            <a:grpSpLocks noChangeAspect="1"/>
          </p:cNvGrpSpPr>
          <p:nvPr/>
        </p:nvGrpSpPr>
        <p:grpSpPr>
          <a:xfrm>
            <a:off x="9155324" y="3748655"/>
            <a:ext cx="2880000" cy="2880000"/>
            <a:chOff x="6877158" y="1088999"/>
            <a:chExt cx="4680000" cy="4680000"/>
          </a:xfrm>
        </p:grpSpPr>
        <p:grpSp>
          <p:nvGrpSpPr>
            <p:cNvPr id="4" name="Group 20">
              <a:extLst>
                <a:ext uri="{FF2B5EF4-FFF2-40B4-BE49-F238E27FC236}">
                  <a16:creationId xmlns:a16="http://schemas.microsoft.com/office/drawing/2014/main" id="{40DDCFF1-E883-C944-F3C7-830471435418}"/>
                </a:ext>
              </a:extLst>
            </p:cNvPr>
            <p:cNvGrpSpPr/>
            <p:nvPr/>
          </p:nvGrpSpPr>
          <p:grpSpPr>
            <a:xfrm>
              <a:off x="6877158" y="1088999"/>
              <a:ext cx="4680000" cy="4680000"/>
              <a:chOff x="5743302" y="441234"/>
              <a:chExt cx="5975532" cy="5975532"/>
            </a:xfrm>
          </p:grpSpPr>
          <p:sp>
            <p:nvSpPr>
              <p:cNvPr id="6" name="Oval 2">
                <a:extLst>
                  <a:ext uri="{FF2B5EF4-FFF2-40B4-BE49-F238E27FC236}">
                    <a16:creationId xmlns:a16="http://schemas.microsoft.com/office/drawing/2014/main" id="{5AA072D1-C39E-7707-8D16-A01A08E02192}"/>
                  </a:ext>
                </a:extLst>
              </p:cNvPr>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 name="Oval 11">
                <a:extLst>
                  <a:ext uri="{FF2B5EF4-FFF2-40B4-BE49-F238E27FC236}">
                    <a16:creationId xmlns:a16="http://schemas.microsoft.com/office/drawing/2014/main" id="{F840DDE2-1FCD-8FE2-5380-D1B44DBE9B01}"/>
                  </a:ext>
                </a:extLst>
              </p:cNvPr>
              <p:cNvSpPr/>
              <p:nvPr/>
            </p:nvSpPr>
            <p:spPr>
              <a:xfrm>
                <a:off x="5940243" y="638175"/>
                <a:ext cx="5581650" cy="5581650"/>
              </a:xfrm>
              <a:prstGeom prst="ellipse">
                <a:avLst/>
              </a:prstGeom>
              <a:noFill/>
              <a:ln w="28575">
                <a:solidFill>
                  <a:srgbClr val="0051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5" name="Grafik 4">
              <a:extLst>
                <a:ext uri="{FF2B5EF4-FFF2-40B4-BE49-F238E27FC236}">
                  <a16:creationId xmlns:a16="http://schemas.microsoft.com/office/drawing/2014/main" id="{43A9AC99-E55E-E12B-096F-1A7F32A032D3}"/>
                </a:ext>
              </a:extLst>
            </p:cNvPr>
            <p:cNvPicPr>
              <a:picLocks noChangeAspect="1"/>
            </p:cNvPicPr>
            <p:nvPr/>
          </p:nvPicPr>
          <p:blipFill>
            <a:blip r:embed="rId3"/>
            <a:stretch>
              <a:fillRect/>
            </a:stretch>
          </p:blipFill>
          <p:spPr>
            <a:xfrm>
              <a:off x="7827387" y="1615795"/>
              <a:ext cx="2809715" cy="3193949"/>
            </a:xfrm>
            <a:prstGeom prst="rect">
              <a:avLst/>
            </a:prstGeom>
          </p:spPr>
        </p:pic>
      </p:grpSp>
    </p:spTree>
    <p:extLst>
      <p:ext uri="{BB962C8B-B14F-4D97-AF65-F5344CB8AC3E}">
        <p14:creationId xmlns:p14="http://schemas.microsoft.com/office/powerpoint/2010/main" val="2892314976"/>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C48A9A4A-04FB-613B-856C-F1DD4C395D66}"/>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A8F6BF61-9A1B-EA39-5B37-369E51A94505}"/>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1A2B3D80-C627-DC40-7FF9-D4A2066FA53E}"/>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„gegenwartsorientiert“</a:t>
            </a:r>
          </a:p>
        </p:txBody>
      </p:sp>
      <p:grpSp>
        <p:nvGrpSpPr>
          <p:cNvPr id="2" name="Group 11">
            <a:extLst>
              <a:ext uri="{FF2B5EF4-FFF2-40B4-BE49-F238E27FC236}">
                <a16:creationId xmlns:a16="http://schemas.microsoft.com/office/drawing/2014/main" id="{4C7E63F2-4BA3-955A-59DC-4DA29A17B3DF}"/>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413A7564-61B9-924C-4438-B65B3D9BB3CF}"/>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C17D8D3C-5EE6-F01D-2D48-73C90E913383}"/>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56329536-65CC-36CD-D4AB-60354BC071BB}"/>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228B00E5-E119-E935-91BB-0DB4BC61812F}"/>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D3224E1E-D57C-B8C3-39B9-6DCDEB6638C8}"/>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13C48688-970D-9F0D-364C-9619161968FC}"/>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512787AA-7EC1-B294-A807-1BC4CB92440C}"/>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CE01F612-9A63-5BCB-91A5-3A71962FAD72}"/>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5394CBB3-B363-45DB-0BF4-34ED1966FAD6}"/>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C82E3E23-9537-767F-2AE7-2BF03F6D8537}"/>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E65B985F-2B90-BCD7-7D8E-523336F04103}"/>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0E4DCBD6-DC7C-ADFA-A68A-20F1A51BE40E}"/>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C781115E-FC32-304B-8ECD-D0048ABB4604}"/>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E8471615-6E3D-31A9-2195-F4B6DED269CE}"/>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C94D0640-ED29-24C5-22ED-4B868622FC25}"/>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ED63457D-85CA-D32F-78BB-115A8EF3F5DB}"/>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C50AA7EE-D5BC-F429-A8E1-2D3EEEB828BB}"/>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258272DB-3C9A-5461-FE82-722F81078BF0}"/>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F39118C8-4719-69EC-CB84-F83030376B65}"/>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BDE8E431-67B2-D3D8-B70D-C3E4BE750AB5}"/>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3662899037"/>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BB99DEF0-4207-D790-A032-D4A246724409}"/>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65C64FA-15F9-79F4-ACBC-78A2358EB4E1}"/>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C95210EF-EF12-4066-FB1F-3304C7356A21}"/>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„gegenwartsorientiert“</a:t>
            </a:r>
          </a:p>
        </p:txBody>
      </p:sp>
      <p:grpSp>
        <p:nvGrpSpPr>
          <p:cNvPr id="2" name="Group 11">
            <a:extLst>
              <a:ext uri="{FF2B5EF4-FFF2-40B4-BE49-F238E27FC236}">
                <a16:creationId xmlns:a16="http://schemas.microsoft.com/office/drawing/2014/main" id="{A25F7D79-369C-E678-6EE1-5A1DE0BFC25B}"/>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92B4A522-071D-160C-3D11-379FD39AD2FD}"/>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D4AEA882-5FC7-907E-3442-97755720C8F1}"/>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F1E30EE4-3883-1070-0220-25C0905CCEEA}"/>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7EF39A5C-4445-4BF9-248A-4019E9D0E89F}"/>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D727A8B3-F249-20C6-8E48-10F805A3EF44}"/>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AB7ABCC2-B13D-65A8-1F11-3C7F3916AAE4}"/>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3F5EFC1E-BF07-A862-700D-B37F8FB84FB6}"/>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385B00FC-7D65-A5CB-02EC-6F9F6BE2ADEB}"/>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5F061620-07FC-7E19-9EFC-0D3DF0CC247A}"/>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24D0F597-46E7-2C79-A7D3-B6E59D889A7A}"/>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E4528AF9-6B9D-055B-02A0-F76596602230}"/>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B2D8999C-90DB-D788-D06A-E3123AB13583}"/>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E80900B0-03CF-71D6-8BC6-9F8731007BCE}"/>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E324D39F-CB5D-92E1-CC41-86A761330593}"/>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CD969E38-9F1D-AD09-4D53-78F54452B3A0}"/>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6BF32CF6-418E-13FA-3949-198CA74464CB}"/>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D173F4B7-580A-8B40-D250-90E20EF24780}"/>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0D2BBACE-F564-674B-056A-A60487CACE55}"/>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ADFED86F-ADC9-9B62-D270-2711ABCB2B95}"/>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9" name="Rectangle 12">
            <a:extLst>
              <a:ext uri="{FF2B5EF4-FFF2-40B4-BE49-F238E27FC236}">
                <a16:creationId xmlns:a16="http://schemas.microsoft.com/office/drawing/2014/main" id="{693C8772-963D-3060-AD3B-92FF7F8BF48C}"/>
              </a:ext>
            </a:extLst>
          </p:cNvPr>
          <p:cNvSpPr/>
          <p:nvPr/>
        </p:nvSpPr>
        <p:spPr>
          <a:xfrm>
            <a:off x="5477855" y="4769546"/>
            <a:ext cx="6384752" cy="946370"/>
          </a:xfrm>
          <a:prstGeom prst="rect">
            <a:avLst/>
          </a:prstGeom>
          <a:solidFill>
            <a:srgbClr val="ED8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a:t> </a:t>
            </a:r>
            <a:r>
              <a:rPr lang="de-DE" sz="3600" dirty="0"/>
              <a:t>INTUITIV</a:t>
            </a:r>
            <a:endParaRPr lang="en-PK" dirty="0"/>
          </a:p>
        </p:txBody>
      </p:sp>
      <p:grpSp>
        <p:nvGrpSpPr>
          <p:cNvPr id="10" name="Gruppieren 9">
            <a:extLst>
              <a:ext uri="{FF2B5EF4-FFF2-40B4-BE49-F238E27FC236}">
                <a16:creationId xmlns:a16="http://schemas.microsoft.com/office/drawing/2014/main" id="{4345594F-FB7C-E173-2EDD-20544A8AC2BD}"/>
              </a:ext>
            </a:extLst>
          </p:cNvPr>
          <p:cNvGrpSpPr>
            <a:grpSpLocks noChangeAspect="1"/>
          </p:cNvGrpSpPr>
          <p:nvPr/>
        </p:nvGrpSpPr>
        <p:grpSpPr>
          <a:xfrm>
            <a:off x="9154480" y="3748568"/>
            <a:ext cx="2880000" cy="2880000"/>
            <a:chOff x="1396923" y="779725"/>
            <a:chExt cx="4680000" cy="4680000"/>
          </a:xfrm>
        </p:grpSpPr>
        <p:grpSp>
          <p:nvGrpSpPr>
            <p:cNvPr id="11" name="Group 20">
              <a:extLst>
                <a:ext uri="{FF2B5EF4-FFF2-40B4-BE49-F238E27FC236}">
                  <a16:creationId xmlns:a16="http://schemas.microsoft.com/office/drawing/2014/main" id="{432E7126-4BBB-8065-B42E-B996E97978CF}"/>
                </a:ext>
              </a:extLst>
            </p:cNvPr>
            <p:cNvGrpSpPr/>
            <p:nvPr/>
          </p:nvGrpSpPr>
          <p:grpSpPr>
            <a:xfrm>
              <a:off x="1396923" y="779725"/>
              <a:ext cx="4680000" cy="4680000"/>
              <a:chOff x="5743302" y="441234"/>
              <a:chExt cx="5975532" cy="5975532"/>
            </a:xfrm>
          </p:grpSpPr>
          <p:sp>
            <p:nvSpPr>
              <p:cNvPr id="13" name="Oval 2">
                <a:extLst>
                  <a:ext uri="{FF2B5EF4-FFF2-40B4-BE49-F238E27FC236}">
                    <a16:creationId xmlns:a16="http://schemas.microsoft.com/office/drawing/2014/main" id="{B0DA29E7-FA4C-A969-6934-397B73398926}"/>
                  </a:ext>
                </a:extLst>
              </p:cNvPr>
              <p:cNvSpPr>
                <a:spLocks noChangeAspect="1"/>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4" name="Oval 11">
                <a:extLst>
                  <a:ext uri="{FF2B5EF4-FFF2-40B4-BE49-F238E27FC236}">
                    <a16:creationId xmlns:a16="http://schemas.microsoft.com/office/drawing/2014/main" id="{2E02DB63-2226-C94D-240B-59EB3C15A869}"/>
                  </a:ext>
                </a:extLst>
              </p:cNvPr>
              <p:cNvSpPr/>
              <p:nvPr/>
            </p:nvSpPr>
            <p:spPr>
              <a:xfrm>
                <a:off x="5940243" y="638175"/>
                <a:ext cx="5581650" cy="5581650"/>
              </a:xfrm>
              <a:prstGeom prst="ellipse">
                <a:avLst/>
              </a:prstGeom>
              <a:noFill/>
              <a:ln w="28575">
                <a:solidFill>
                  <a:srgbClr val="ED80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12" name="Grafik 11">
              <a:extLst>
                <a:ext uri="{FF2B5EF4-FFF2-40B4-BE49-F238E27FC236}">
                  <a16:creationId xmlns:a16="http://schemas.microsoft.com/office/drawing/2014/main" id="{71D475F9-CA5A-9F4A-D8A5-30788284C25B}"/>
                </a:ext>
              </a:extLst>
            </p:cNvPr>
            <p:cNvPicPr>
              <a:picLocks noChangeAspect="1"/>
            </p:cNvPicPr>
            <p:nvPr/>
          </p:nvPicPr>
          <p:blipFill>
            <a:blip r:embed="rId3"/>
            <a:stretch>
              <a:fillRect/>
            </a:stretch>
          </p:blipFill>
          <p:spPr>
            <a:xfrm>
              <a:off x="2388522" y="1266844"/>
              <a:ext cx="2770199" cy="3270201"/>
            </a:xfrm>
            <a:prstGeom prst="rect">
              <a:avLst/>
            </a:prstGeom>
          </p:spPr>
        </p:pic>
      </p:grpSp>
    </p:spTree>
    <p:extLst>
      <p:ext uri="{BB962C8B-B14F-4D97-AF65-F5344CB8AC3E}">
        <p14:creationId xmlns:p14="http://schemas.microsoft.com/office/powerpoint/2010/main" val="3201231485"/>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AD9C3DED-582F-E1E3-D900-87A24959BFBD}"/>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3861FE8A-76AD-3870-D2BB-3A9B39EB43E0}"/>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CA3520CD-8BCD-C784-8060-00BA60FFDB5F}"/>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„persönlicher Vorteil“</a:t>
            </a:r>
          </a:p>
        </p:txBody>
      </p:sp>
      <p:grpSp>
        <p:nvGrpSpPr>
          <p:cNvPr id="2" name="Group 11">
            <a:extLst>
              <a:ext uri="{FF2B5EF4-FFF2-40B4-BE49-F238E27FC236}">
                <a16:creationId xmlns:a16="http://schemas.microsoft.com/office/drawing/2014/main" id="{6E3D887C-C81E-1CFA-9C01-35F5F1C423CB}"/>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A59BB274-472D-FFEA-2933-7F1074FA622D}"/>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C464283D-A8BC-7DDB-F552-2950A49C4503}"/>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A0CA8CC1-0A01-CB72-A4C2-02368737E317}"/>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05B712E1-B606-EE52-4392-768F6859B08D}"/>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6A9871F2-5B1C-81CB-F038-93C5221E4E72}"/>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D5B4C6A3-6ED7-2CD1-E4F5-CD37C8592212}"/>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20CBC50A-9664-C884-39B2-44645B0017CD}"/>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7632CD2C-EBE9-1ED8-F932-485592B5B9C1}"/>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F7BD3A18-1970-4112-071C-135DDDDB9007}"/>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67D92A81-DCEC-7751-28D0-1B2B5971D148}"/>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9490ADE7-89CE-7458-135D-C6373EE080DB}"/>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6D224693-66F5-960E-8A44-ED5FA30FFB2E}"/>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63EEBF22-F6B3-E077-F2E3-1575C2F48542}"/>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B5FBF11C-16A5-0A48-0D76-8C7CBE133ABA}"/>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12307198-E457-055B-A2F6-997F60CB5372}"/>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89400130-AF27-F5A9-E7A1-845B365CDB87}"/>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4B33716C-BFC1-04AC-B145-93D7AB6BF81E}"/>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EE2FD6E4-BE7C-BB8E-4708-B3AE377FAB1F}"/>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CFF7B351-AF2F-BA2C-1C4F-C6F33B237B63}"/>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033686B0-B72D-3BA1-B0F8-9CFA63B15577}"/>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2376274801"/>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4A5E531F-4BA1-258B-0764-813F1CDDDD67}"/>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A48AC085-0256-401C-58C7-E3CAED36C4C8}"/>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F92211F4-33F9-A1A6-7702-CAA94421DFCD}"/>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„persönlicher Vorteil“</a:t>
            </a:r>
          </a:p>
        </p:txBody>
      </p:sp>
      <p:grpSp>
        <p:nvGrpSpPr>
          <p:cNvPr id="2" name="Group 11">
            <a:extLst>
              <a:ext uri="{FF2B5EF4-FFF2-40B4-BE49-F238E27FC236}">
                <a16:creationId xmlns:a16="http://schemas.microsoft.com/office/drawing/2014/main" id="{F997F74D-0935-2B46-41F1-44A124E0A4EC}"/>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411E354F-590A-AAAC-A950-991072A10E98}"/>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D1230310-F606-971F-80E6-EBAD2B04E9A6}"/>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7CAB04EB-08A4-3D30-EE96-C55A5A7D538D}"/>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D22ADF0B-E72C-9E31-192A-59CC40FEB4C6}"/>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F4D76045-40E4-4C83-E11B-2FE0B126B4D1}"/>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CAAE984D-9866-4AAF-68C7-25C8D52572A8}"/>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969F0C49-26AB-1CB5-DEBC-255CCC449CC4}"/>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7C88C189-725B-B9CC-CF15-3D820040093C}"/>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4F61CE99-9255-4B18-58B6-B8F8F3AE0290}"/>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E996E38E-82D5-818E-912E-A115F56F035C}"/>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D31F4D8D-FA22-EC2A-64CD-C0DB3D481C31}"/>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FB5B4E55-6116-FBE6-D147-29E8E95A8F2E}"/>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843FFF1E-D896-1AF9-4C62-1396DCDCA4C9}"/>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833D6D49-1245-4D0D-F462-61B025AA3C2E}"/>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3DD37806-C157-DD69-D299-1CED4488B477}"/>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363E1AEB-496C-13D2-7DF7-1A8ABF494167}"/>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83627D66-1E21-A953-6847-B2430209170E}"/>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C3E2B560-F9CC-8C4B-E330-1D9020EA7EF4}"/>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FB3ABBAF-108D-EB9B-67FC-91D045F983C1}"/>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 name="Gruppieren 2">
            <a:extLst>
              <a:ext uri="{FF2B5EF4-FFF2-40B4-BE49-F238E27FC236}">
                <a16:creationId xmlns:a16="http://schemas.microsoft.com/office/drawing/2014/main" id="{FA1E2269-1E6B-E610-4767-94BECA956748}"/>
              </a:ext>
            </a:extLst>
          </p:cNvPr>
          <p:cNvGrpSpPr/>
          <p:nvPr/>
        </p:nvGrpSpPr>
        <p:grpSpPr>
          <a:xfrm>
            <a:off x="5477855" y="3753264"/>
            <a:ext cx="6549471" cy="2880000"/>
            <a:chOff x="5477855" y="3753264"/>
            <a:chExt cx="6549471" cy="2880000"/>
          </a:xfrm>
        </p:grpSpPr>
        <p:sp>
          <p:nvSpPr>
            <p:cNvPr id="4" name="Rectangle 12">
              <a:extLst>
                <a:ext uri="{FF2B5EF4-FFF2-40B4-BE49-F238E27FC236}">
                  <a16:creationId xmlns:a16="http://schemas.microsoft.com/office/drawing/2014/main" id="{D5279AF0-5D2F-E487-FF69-13C5F95F6F66}"/>
                </a:ext>
              </a:extLst>
            </p:cNvPr>
            <p:cNvSpPr/>
            <p:nvPr/>
          </p:nvSpPr>
          <p:spPr>
            <a:xfrm>
              <a:off x="5477855" y="4769546"/>
              <a:ext cx="6384752" cy="946370"/>
            </a:xfrm>
            <a:prstGeom prst="rect">
              <a:avLst/>
            </a:prstGeom>
            <a:solidFill>
              <a:srgbClr val="A502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600" dirty="0"/>
                <a:t> IMPULSIV</a:t>
              </a:r>
              <a:endParaRPr lang="en-PK" sz="2400" dirty="0"/>
            </a:p>
          </p:txBody>
        </p:sp>
        <p:grpSp>
          <p:nvGrpSpPr>
            <p:cNvPr id="5" name="Gruppieren 4">
              <a:extLst>
                <a:ext uri="{FF2B5EF4-FFF2-40B4-BE49-F238E27FC236}">
                  <a16:creationId xmlns:a16="http://schemas.microsoft.com/office/drawing/2014/main" id="{877DB951-45C7-BE95-6AAE-7193EB48B380}"/>
                </a:ext>
              </a:extLst>
            </p:cNvPr>
            <p:cNvGrpSpPr>
              <a:grpSpLocks noChangeAspect="1"/>
            </p:cNvGrpSpPr>
            <p:nvPr/>
          </p:nvGrpSpPr>
          <p:grpSpPr>
            <a:xfrm>
              <a:off x="9147326" y="3753264"/>
              <a:ext cx="2880000" cy="2880000"/>
              <a:chOff x="6877157" y="1088999"/>
              <a:chExt cx="4680000" cy="4680000"/>
            </a:xfrm>
          </p:grpSpPr>
          <p:grpSp>
            <p:nvGrpSpPr>
              <p:cNvPr id="6" name="Group 20">
                <a:extLst>
                  <a:ext uri="{FF2B5EF4-FFF2-40B4-BE49-F238E27FC236}">
                    <a16:creationId xmlns:a16="http://schemas.microsoft.com/office/drawing/2014/main" id="{4B2B446A-DA0A-FE31-B4A3-EF29869C69AA}"/>
                  </a:ext>
                </a:extLst>
              </p:cNvPr>
              <p:cNvGrpSpPr/>
              <p:nvPr/>
            </p:nvGrpSpPr>
            <p:grpSpPr>
              <a:xfrm>
                <a:off x="6877157" y="1088999"/>
                <a:ext cx="4680000" cy="4680000"/>
                <a:chOff x="5743302" y="441234"/>
                <a:chExt cx="5975532" cy="5975532"/>
              </a:xfrm>
            </p:grpSpPr>
            <p:sp>
              <p:nvSpPr>
                <p:cNvPr id="8" name="Oval 2">
                  <a:extLst>
                    <a:ext uri="{FF2B5EF4-FFF2-40B4-BE49-F238E27FC236}">
                      <a16:creationId xmlns:a16="http://schemas.microsoft.com/office/drawing/2014/main" id="{CB4B7AB5-B8B3-3532-B464-CF60C6AE0F4B}"/>
                    </a:ext>
                  </a:extLst>
                </p:cNvPr>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white"/>
                    </a:solidFill>
                    <a:effectLst/>
                    <a:uLnTx/>
                    <a:uFillTx/>
                    <a:latin typeface="Montserrat"/>
                    <a:ea typeface="+mn-ea"/>
                    <a:cs typeface="+mn-cs"/>
                  </a:endParaRPr>
                </a:p>
              </p:txBody>
            </p:sp>
            <p:sp>
              <p:nvSpPr>
                <p:cNvPr id="9" name="Oval 11">
                  <a:extLst>
                    <a:ext uri="{FF2B5EF4-FFF2-40B4-BE49-F238E27FC236}">
                      <a16:creationId xmlns:a16="http://schemas.microsoft.com/office/drawing/2014/main" id="{E59FB0ED-5AF6-D49E-6431-1A72F74099F4}"/>
                    </a:ext>
                  </a:extLst>
                </p:cNvPr>
                <p:cNvSpPr/>
                <p:nvPr/>
              </p:nvSpPr>
              <p:spPr>
                <a:xfrm>
                  <a:off x="5940243" y="638175"/>
                  <a:ext cx="5581650" cy="5581650"/>
                </a:xfrm>
                <a:prstGeom prst="ellipse">
                  <a:avLst/>
                </a:prstGeom>
                <a:noFill/>
                <a:ln w="28575">
                  <a:solidFill>
                    <a:srgbClr val="A502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white"/>
                    </a:solidFill>
                    <a:effectLst/>
                    <a:uLnTx/>
                    <a:uFillTx/>
                    <a:latin typeface="Montserrat"/>
                    <a:ea typeface="+mn-ea"/>
                    <a:cs typeface="+mn-cs"/>
                  </a:endParaRPr>
                </a:p>
              </p:txBody>
            </p:sp>
          </p:grpSp>
          <p:pic>
            <p:nvPicPr>
              <p:cNvPr id="7" name="Grafik 6">
                <a:extLst>
                  <a:ext uri="{FF2B5EF4-FFF2-40B4-BE49-F238E27FC236}">
                    <a16:creationId xmlns:a16="http://schemas.microsoft.com/office/drawing/2014/main" id="{1C07169D-23BD-14B2-88AF-152038473A9D}"/>
                  </a:ext>
                </a:extLst>
              </p:cNvPr>
              <p:cNvPicPr>
                <a:picLocks noChangeAspect="1"/>
              </p:cNvPicPr>
              <p:nvPr/>
            </p:nvPicPr>
            <p:blipFill>
              <a:blip r:embed="rId3"/>
              <a:stretch>
                <a:fillRect/>
              </a:stretch>
            </p:blipFill>
            <p:spPr>
              <a:xfrm>
                <a:off x="7854873" y="1589231"/>
                <a:ext cx="2727365" cy="3200759"/>
              </a:xfrm>
              <a:prstGeom prst="rect">
                <a:avLst/>
              </a:prstGeom>
            </p:spPr>
          </p:pic>
        </p:grpSp>
      </p:grpSp>
    </p:spTree>
    <p:extLst>
      <p:ext uri="{BB962C8B-B14F-4D97-AF65-F5344CB8AC3E}">
        <p14:creationId xmlns:p14="http://schemas.microsoft.com/office/powerpoint/2010/main" val="856007435"/>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7D6266AA-2AC4-E733-3C25-4F47920734F8}"/>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D7C7DE08-2862-6A9B-68EF-F8F27CED03B2}"/>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2C5EC1E4-3A2F-3A9B-09E2-99EFA00450A1}"/>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„sinn- und beziehungsorientiert“</a:t>
            </a:r>
          </a:p>
        </p:txBody>
      </p:sp>
      <p:grpSp>
        <p:nvGrpSpPr>
          <p:cNvPr id="2" name="Group 11">
            <a:extLst>
              <a:ext uri="{FF2B5EF4-FFF2-40B4-BE49-F238E27FC236}">
                <a16:creationId xmlns:a16="http://schemas.microsoft.com/office/drawing/2014/main" id="{565099E4-60F0-72CA-EC63-344C272B7854}"/>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FD9151A3-CE87-4E91-A6D6-41FA8E5F1181}"/>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BE42908F-2BE6-965A-716E-61D5543B7C6C}"/>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E698C63B-8BD1-3CF3-B72F-A944A02D5E14}"/>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000FF8BC-4AA8-F08A-D819-70A1CDC4F530}"/>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3196097B-1E6E-55F1-1000-6B99053C5DC0}"/>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67CBD4AC-3EF3-FF99-8E83-EB04D4778F12}"/>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401C8358-4785-7C36-BA66-30AEE6DE4D5B}"/>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F3039444-28C4-193C-006E-3A6DE6032D35}"/>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A989A0C2-051E-7D99-AAAC-D950596DCB8C}"/>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D2B5525C-9A4F-0DD6-5AAF-A8382F1894C5}"/>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ED18F7A3-70F0-5DE3-41C2-03144EA9E3C9}"/>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162B6989-6597-5BAC-5913-B53794B221C1}"/>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D7F7E5A1-2949-820A-0CE6-10AE8C87BE73}"/>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F7D46207-4E4D-AB5B-F5F7-56EA06D5801E}"/>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5DB33DB8-ADF6-3360-8EC1-C61204F702D2}"/>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637D8819-AE62-DD4A-6D4C-2CFDFC98F500}"/>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7D1A53FE-2334-6A3D-AFBA-06DD9D5DD037}"/>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15942372-AF35-BFE6-D86C-90297145D28B}"/>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F2319607-0195-BB53-D31F-41DF5E51E39E}"/>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91954625-E13A-7C0B-0555-21FAA8FE78AD}"/>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2719157194"/>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ECFEA75A-F892-960A-97BF-EBCF0C342E91}"/>
            </a:ext>
          </a:extLst>
        </p:cNvPr>
        <p:cNvGrpSpPr/>
        <p:nvPr/>
      </p:nvGrpSpPr>
      <p:grpSpPr>
        <a:xfrm>
          <a:off x="0" y="0"/>
          <a:ext cx="0" cy="0"/>
          <a:chOff x="0" y="0"/>
          <a:chExt cx="0" cy="0"/>
        </a:xfrm>
      </p:grpSpPr>
      <p:sp>
        <p:nvSpPr>
          <p:cNvPr id="9" name="Rectangle 12">
            <a:extLst>
              <a:ext uri="{FF2B5EF4-FFF2-40B4-BE49-F238E27FC236}">
                <a16:creationId xmlns:a16="http://schemas.microsoft.com/office/drawing/2014/main" id="{C08EBF21-5531-96ED-43D6-15078C26B045}"/>
              </a:ext>
            </a:extLst>
          </p:cNvPr>
          <p:cNvSpPr/>
          <p:nvPr/>
        </p:nvSpPr>
        <p:spPr>
          <a:xfrm>
            <a:off x="5477855" y="4769546"/>
            <a:ext cx="6384752" cy="946370"/>
          </a:xfrm>
          <a:prstGeom prst="rect">
            <a:avLst/>
          </a:prstGeom>
          <a:solidFill>
            <a:srgbClr val="ED8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a:t> </a:t>
            </a:r>
            <a:r>
              <a:rPr lang="de-DE" sz="3600" dirty="0"/>
              <a:t>INTUITIV</a:t>
            </a:r>
            <a:endParaRPr lang="en-PK" dirty="0"/>
          </a:p>
        </p:txBody>
      </p:sp>
      <p:sp>
        <p:nvSpPr>
          <p:cNvPr id="15" name="Rectangle: Rounded Corners 14">
            <a:extLst>
              <a:ext uri="{FF2B5EF4-FFF2-40B4-BE49-F238E27FC236}">
                <a16:creationId xmlns:a16="http://schemas.microsoft.com/office/drawing/2014/main" id="{EC5735D5-3D4A-AE08-730B-26C4B644CEAB}"/>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22D83B2D-A341-479E-854E-0A0997613AFF}"/>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„sinn- und beziehungsorientiert“</a:t>
            </a:r>
          </a:p>
        </p:txBody>
      </p:sp>
      <p:grpSp>
        <p:nvGrpSpPr>
          <p:cNvPr id="2" name="Group 11">
            <a:extLst>
              <a:ext uri="{FF2B5EF4-FFF2-40B4-BE49-F238E27FC236}">
                <a16:creationId xmlns:a16="http://schemas.microsoft.com/office/drawing/2014/main" id="{527399D9-7588-7D18-44DD-2ED1EE916861}"/>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76E4F0BC-3FA0-401B-780E-4FDF03BC9FAE}"/>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BC315565-85C9-4451-A2F1-5085AB501C65}"/>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37B9235D-94A9-949C-8716-96E03ECE7607}"/>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034759EB-8AE8-86B1-3CE6-EEEE0D6070B0}"/>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E4AF8E36-57A2-B6ED-8153-3E5FB846011E}"/>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6A6E5B8A-F9BD-59C2-32E5-32320687A948}"/>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7FD1B813-9988-909F-5877-7C79B304B6BD}"/>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188D5B57-2244-EF6C-7533-3E67EB4677D5}"/>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9D26BC42-E60D-858D-55F7-235AD73F4DD9}"/>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983C531F-C1DE-7E2A-52AC-01073C79E377}"/>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35C03468-366C-52FC-0195-B5E52BB5F94B}"/>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D10F96CF-EC49-B026-94BC-246239B650C7}"/>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C9FA65D5-6C94-6180-BCEA-D6B64B823B2C}"/>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C0F1A2D4-4D65-F4A6-B4D3-ECD4F435F6A2}"/>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049E79E8-B697-B68D-3661-2BE0729DB636}"/>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041DED06-891B-2925-8FAE-0F42354AD79B}"/>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C923F480-0889-E291-8D34-582A8F5E7CAA}"/>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6295A7A6-05A1-C968-8888-77CDE2AB1EFE}"/>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0C912F08-9DAE-7C58-4DFC-6FE52C954EB9}"/>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 name="Gruppieren 2">
            <a:extLst>
              <a:ext uri="{FF2B5EF4-FFF2-40B4-BE49-F238E27FC236}">
                <a16:creationId xmlns:a16="http://schemas.microsoft.com/office/drawing/2014/main" id="{9923784D-FC9A-5BF8-392D-D1BD6F839D8C}"/>
              </a:ext>
            </a:extLst>
          </p:cNvPr>
          <p:cNvGrpSpPr>
            <a:grpSpLocks noChangeAspect="1"/>
          </p:cNvGrpSpPr>
          <p:nvPr/>
        </p:nvGrpSpPr>
        <p:grpSpPr>
          <a:xfrm>
            <a:off x="9154480" y="3748568"/>
            <a:ext cx="2880000" cy="2880000"/>
            <a:chOff x="1396923" y="779725"/>
            <a:chExt cx="4680000" cy="4680000"/>
          </a:xfrm>
        </p:grpSpPr>
        <p:grpSp>
          <p:nvGrpSpPr>
            <p:cNvPr id="4" name="Group 20">
              <a:extLst>
                <a:ext uri="{FF2B5EF4-FFF2-40B4-BE49-F238E27FC236}">
                  <a16:creationId xmlns:a16="http://schemas.microsoft.com/office/drawing/2014/main" id="{18FAF0C6-7BBC-B0E9-E291-9F113F3E8A58}"/>
                </a:ext>
              </a:extLst>
            </p:cNvPr>
            <p:cNvGrpSpPr/>
            <p:nvPr/>
          </p:nvGrpSpPr>
          <p:grpSpPr>
            <a:xfrm>
              <a:off x="1396923" y="779725"/>
              <a:ext cx="4680000" cy="4680000"/>
              <a:chOff x="5743302" y="441234"/>
              <a:chExt cx="5975532" cy="5975532"/>
            </a:xfrm>
          </p:grpSpPr>
          <p:sp>
            <p:nvSpPr>
              <p:cNvPr id="6" name="Oval 2">
                <a:extLst>
                  <a:ext uri="{FF2B5EF4-FFF2-40B4-BE49-F238E27FC236}">
                    <a16:creationId xmlns:a16="http://schemas.microsoft.com/office/drawing/2014/main" id="{DC7A786D-0BE8-FFFA-E4AA-A27F5F33780A}"/>
                  </a:ext>
                </a:extLst>
              </p:cNvPr>
              <p:cNvSpPr>
                <a:spLocks noChangeAspect="1"/>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7" name="Oval 11">
                <a:extLst>
                  <a:ext uri="{FF2B5EF4-FFF2-40B4-BE49-F238E27FC236}">
                    <a16:creationId xmlns:a16="http://schemas.microsoft.com/office/drawing/2014/main" id="{62A53092-0F8F-DBE0-BC7B-6F7CE5511A24}"/>
                  </a:ext>
                </a:extLst>
              </p:cNvPr>
              <p:cNvSpPr/>
              <p:nvPr/>
            </p:nvSpPr>
            <p:spPr>
              <a:xfrm>
                <a:off x="5940243" y="638175"/>
                <a:ext cx="5581650" cy="5581650"/>
              </a:xfrm>
              <a:prstGeom prst="ellipse">
                <a:avLst/>
              </a:prstGeom>
              <a:noFill/>
              <a:ln w="28575">
                <a:solidFill>
                  <a:srgbClr val="ED80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5" name="Grafik 4">
              <a:extLst>
                <a:ext uri="{FF2B5EF4-FFF2-40B4-BE49-F238E27FC236}">
                  <a16:creationId xmlns:a16="http://schemas.microsoft.com/office/drawing/2014/main" id="{CF502C66-1C43-CD41-4196-1D73FB724A16}"/>
                </a:ext>
              </a:extLst>
            </p:cNvPr>
            <p:cNvPicPr>
              <a:picLocks noChangeAspect="1"/>
            </p:cNvPicPr>
            <p:nvPr/>
          </p:nvPicPr>
          <p:blipFill>
            <a:blip r:embed="rId3"/>
            <a:stretch>
              <a:fillRect/>
            </a:stretch>
          </p:blipFill>
          <p:spPr>
            <a:xfrm>
              <a:off x="2388522" y="1266844"/>
              <a:ext cx="2770199" cy="3270201"/>
            </a:xfrm>
            <a:prstGeom prst="rect">
              <a:avLst/>
            </a:prstGeom>
          </p:spPr>
        </p:pic>
      </p:grpSp>
    </p:spTree>
    <p:extLst>
      <p:ext uri="{BB962C8B-B14F-4D97-AF65-F5344CB8AC3E}">
        <p14:creationId xmlns:p14="http://schemas.microsoft.com/office/powerpoint/2010/main" val="2432146974"/>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B81770FB-302C-90C9-675B-DB46595D6EC1}"/>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20C3B1E6-70F8-121D-517A-2488500A1DFD}"/>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98492D18-32FA-847B-D2E0-2F43A0B408B2}"/>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„vergangenheitsorientiert“</a:t>
            </a:r>
          </a:p>
        </p:txBody>
      </p:sp>
      <p:grpSp>
        <p:nvGrpSpPr>
          <p:cNvPr id="2" name="Group 11">
            <a:extLst>
              <a:ext uri="{FF2B5EF4-FFF2-40B4-BE49-F238E27FC236}">
                <a16:creationId xmlns:a16="http://schemas.microsoft.com/office/drawing/2014/main" id="{9A5F0A19-729B-F0CB-8E18-B585D7B91292}"/>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43E672A9-51A3-37FD-34C3-B69B9E9BD223}"/>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5BE06A25-23A1-B10B-D97D-F5B83F6D9478}"/>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08954409-8E5D-B0C8-74CC-2D6F47CBF095}"/>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E207587E-1AF4-4092-8331-246A98D8B50B}"/>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1FD1FA59-E35A-66EA-9A91-58517EBD0231}"/>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E27E23D1-41EC-9E18-532A-48F0100BDC3C}"/>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52D5CD6B-35FD-E2C4-6C2E-4DB9D34031EC}"/>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D569971D-8414-5518-5768-A547559C8F05}"/>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75BCD545-D597-0D11-91F3-0D87C5C63F39}"/>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F779E1F7-909E-A44C-444E-A34F8FA7139F}"/>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AFDAAD8E-94D2-E61D-BC59-570FB0E389B0}"/>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C9B26324-B7FB-B5FF-31BD-B68471029F40}"/>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8339EE4B-0E15-B2E3-BE00-3A6E2317E7AB}"/>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291D0313-A6F9-D2DD-9594-675386D2D283}"/>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7727FF54-4627-0D70-429E-632FD34C5B15}"/>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358FE899-9EE6-EE4D-41E4-A8723EA26610}"/>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5D11CF6E-5E6A-DB13-A425-F661E520BF28}"/>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958801DD-C56A-1067-7109-FE9A3C32517C}"/>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75FB44DD-B0BC-B007-6D78-A8D40AE810CF}"/>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sp>
        <p:nvSpPr>
          <p:cNvPr id="4" name="object 5">
            <a:extLst>
              <a:ext uri="{FF2B5EF4-FFF2-40B4-BE49-F238E27FC236}">
                <a16:creationId xmlns:a16="http://schemas.microsoft.com/office/drawing/2014/main" id="{2103BEA4-F210-F395-92FE-9CC51CC8C7FF}"/>
              </a:ext>
            </a:extLst>
          </p:cNvPr>
          <p:cNvSpPr txBox="1">
            <a:spLocks/>
          </p:cNvSpPr>
          <p:nvPr/>
        </p:nvSpPr>
        <p:spPr>
          <a:xfrm>
            <a:off x="5252584" y="3562357"/>
            <a:ext cx="1676400" cy="3024932"/>
          </a:xfrm>
          <a:prstGeom prst="rect">
            <a:avLst/>
          </a:prstGeom>
        </p:spPr>
        <p:txBody>
          <a:bodyPr vert="horz" wrap="square" lIns="0" tIns="8637" rIns="0" bIns="0" rtlCol="0">
            <a:spAutoFit/>
          </a:bodyPr>
          <a:lstStyle>
            <a:lvl1pPr algn="ctr">
              <a:defRPr sz="2400" b="0" i="0">
                <a:solidFill>
                  <a:srgbClr val="3C3C3B"/>
                </a:solidFill>
                <a:latin typeface="Trebuchet MS"/>
                <a:ea typeface="+mj-ea"/>
                <a:cs typeface="Trebuchet MS"/>
              </a:defRPr>
            </a:lvl1pPr>
          </a:lstStyle>
          <a:p>
            <a:pPr marL="8637" defTabSz="914400">
              <a:spcBef>
                <a:spcPts val="68"/>
              </a:spcBef>
            </a:pPr>
            <a:r>
              <a:rPr lang="de-DE" sz="19600" kern="0" dirty="0">
                <a:solidFill>
                  <a:schemeClr val="bg1"/>
                </a:solidFill>
                <a:latin typeface="+mn-lt"/>
              </a:rPr>
              <a:t>?</a:t>
            </a:r>
            <a:endParaRPr lang="de-DE" sz="19600" b="1" kern="0" dirty="0">
              <a:solidFill>
                <a:schemeClr val="bg1"/>
              </a:solidFill>
              <a:latin typeface="+mn-lt"/>
            </a:endParaRPr>
          </a:p>
        </p:txBody>
      </p:sp>
    </p:spTree>
    <p:extLst>
      <p:ext uri="{BB962C8B-B14F-4D97-AF65-F5344CB8AC3E}">
        <p14:creationId xmlns:p14="http://schemas.microsoft.com/office/powerpoint/2010/main" val="3457446858"/>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6E5537">
            <a:alpha val="50000"/>
          </a:srgbClr>
        </a:solidFill>
        <a:effectLst/>
      </p:bgPr>
    </p:bg>
    <p:spTree>
      <p:nvGrpSpPr>
        <p:cNvPr id="1" name="">
          <a:extLst>
            <a:ext uri="{FF2B5EF4-FFF2-40B4-BE49-F238E27FC236}">
              <a16:creationId xmlns:a16="http://schemas.microsoft.com/office/drawing/2014/main" id="{E01FB04A-7569-EDF6-986F-BA1A2E0F1ECA}"/>
            </a:ext>
          </a:extLst>
        </p:cNvPr>
        <p:cNvGrpSpPr/>
        <p:nvPr/>
      </p:nvGrpSpPr>
      <p:grpSpPr>
        <a:xfrm>
          <a:off x="0" y="0"/>
          <a:ext cx="0" cy="0"/>
          <a:chOff x="0" y="0"/>
          <a:chExt cx="0" cy="0"/>
        </a:xfrm>
      </p:grpSpPr>
      <p:sp>
        <p:nvSpPr>
          <p:cNvPr id="8" name="Rectangle 12">
            <a:extLst>
              <a:ext uri="{FF2B5EF4-FFF2-40B4-BE49-F238E27FC236}">
                <a16:creationId xmlns:a16="http://schemas.microsoft.com/office/drawing/2014/main" id="{43699EFC-943B-9E38-428E-C89DB5399F9D}"/>
              </a:ext>
            </a:extLst>
          </p:cNvPr>
          <p:cNvSpPr/>
          <p:nvPr/>
        </p:nvSpPr>
        <p:spPr>
          <a:xfrm>
            <a:off x="5477855" y="4769546"/>
            <a:ext cx="6384752" cy="946370"/>
          </a:xfrm>
          <a:prstGeom prst="rect">
            <a:avLst/>
          </a:prstGeom>
          <a:solidFill>
            <a:srgbClr val="ED8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a:t> </a:t>
            </a:r>
            <a:r>
              <a:rPr lang="de-DE" sz="3600" dirty="0"/>
              <a:t>INTUITIV</a:t>
            </a:r>
            <a:endParaRPr lang="en-PK" dirty="0"/>
          </a:p>
        </p:txBody>
      </p:sp>
      <p:sp>
        <p:nvSpPr>
          <p:cNvPr id="15" name="Rectangle: Rounded Corners 14">
            <a:extLst>
              <a:ext uri="{FF2B5EF4-FFF2-40B4-BE49-F238E27FC236}">
                <a16:creationId xmlns:a16="http://schemas.microsoft.com/office/drawing/2014/main" id="{014055F7-C0CF-90E2-2419-DC98F35DF648}"/>
              </a:ext>
            </a:extLst>
          </p:cNvPr>
          <p:cNvSpPr/>
          <p:nvPr/>
        </p:nvSpPr>
        <p:spPr>
          <a:xfrm>
            <a:off x="1765300" y="1113062"/>
            <a:ext cx="8661400" cy="4631876"/>
          </a:xfrm>
          <a:prstGeom prst="roundRect">
            <a:avLst>
              <a:gd name="adj" fmla="val 4111"/>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extBox 17">
            <a:extLst>
              <a:ext uri="{FF2B5EF4-FFF2-40B4-BE49-F238E27FC236}">
                <a16:creationId xmlns:a16="http://schemas.microsoft.com/office/drawing/2014/main" id="{779A7566-93C3-C9B0-D3BC-640CB92B3565}"/>
              </a:ext>
            </a:extLst>
          </p:cNvPr>
          <p:cNvSpPr txBox="1"/>
          <p:nvPr/>
        </p:nvSpPr>
        <p:spPr>
          <a:xfrm>
            <a:off x="0" y="2848484"/>
            <a:ext cx="12192000" cy="923330"/>
          </a:xfrm>
          <a:prstGeom prst="rect">
            <a:avLst/>
          </a:prstGeom>
          <a:noFill/>
        </p:spPr>
        <p:txBody>
          <a:bodyPr wrap="square">
            <a:spAutoFit/>
          </a:bodyPr>
          <a:lstStyle/>
          <a:p>
            <a:pPr algn="ctr"/>
            <a:r>
              <a:rPr lang="de-DE" sz="5400" b="1" dirty="0">
                <a:solidFill>
                  <a:schemeClr val="bg1"/>
                </a:solidFill>
              </a:rPr>
              <a:t>„vergangenheitsorientiert“</a:t>
            </a:r>
          </a:p>
        </p:txBody>
      </p:sp>
      <p:grpSp>
        <p:nvGrpSpPr>
          <p:cNvPr id="2" name="Group 11">
            <a:extLst>
              <a:ext uri="{FF2B5EF4-FFF2-40B4-BE49-F238E27FC236}">
                <a16:creationId xmlns:a16="http://schemas.microsoft.com/office/drawing/2014/main" id="{D8AB1C71-351B-F22B-BA62-54F641A9F376}"/>
              </a:ext>
            </a:extLst>
          </p:cNvPr>
          <p:cNvGrpSpPr/>
          <p:nvPr/>
        </p:nvGrpSpPr>
        <p:grpSpPr>
          <a:xfrm rot="13500000">
            <a:off x="-8336256" y="4469347"/>
            <a:ext cx="15651267" cy="5032688"/>
            <a:chOff x="-1052091" y="-1253207"/>
            <a:chExt cx="9331335" cy="3000506"/>
          </a:xfrm>
          <a:solidFill>
            <a:schemeClr val="bg1">
              <a:lumMod val="85000"/>
            </a:schemeClr>
          </a:solidFill>
        </p:grpSpPr>
        <p:sp>
          <p:nvSpPr>
            <p:cNvPr id="26" name="Freeform 172">
              <a:extLst>
                <a:ext uri="{FF2B5EF4-FFF2-40B4-BE49-F238E27FC236}">
                  <a16:creationId xmlns:a16="http://schemas.microsoft.com/office/drawing/2014/main" id="{2B67980E-C4AA-1174-A57A-EBDDB15AE953}"/>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27" name="Freeform 173">
              <a:extLst>
                <a:ext uri="{FF2B5EF4-FFF2-40B4-BE49-F238E27FC236}">
                  <a16:creationId xmlns:a16="http://schemas.microsoft.com/office/drawing/2014/main" id="{4CC7B871-9608-F371-BE83-98E428B35463}"/>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28" name="Freeform 174">
              <a:extLst>
                <a:ext uri="{FF2B5EF4-FFF2-40B4-BE49-F238E27FC236}">
                  <a16:creationId xmlns:a16="http://schemas.microsoft.com/office/drawing/2014/main" id="{0C1FFC3A-16B2-8A56-EF2E-D13BC4BD7C08}"/>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29" name="Freeform 175">
              <a:extLst>
                <a:ext uri="{FF2B5EF4-FFF2-40B4-BE49-F238E27FC236}">
                  <a16:creationId xmlns:a16="http://schemas.microsoft.com/office/drawing/2014/main" id="{2788CD02-E1A0-B351-AF8B-0208ADCF1E20}"/>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30" name="Freeform 176">
              <a:extLst>
                <a:ext uri="{FF2B5EF4-FFF2-40B4-BE49-F238E27FC236}">
                  <a16:creationId xmlns:a16="http://schemas.microsoft.com/office/drawing/2014/main" id="{468B8730-4E4A-D53F-C101-DE0EF7718029}"/>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31" name="Freeform 177">
              <a:extLst>
                <a:ext uri="{FF2B5EF4-FFF2-40B4-BE49-F238E27FC236}">
                  <a16:creationId xmlns:a16="http://schemas.microsoft.com/office/drawing/2014/main" id="{EDFA9AA1-C6CE-4671-43D7-024B056AC17C}"/>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32" name="Freeform 178">
              <a:extLst>
                <a:ext uri="{FF2B5EF4-FFF2-40B4-BE49-F238E27FC236}">
                  <a16:creationId xmlns:a16="http://schemas.microsoft.com/office/drawing/2014/main" id="{47FBBF0F-EA54-9CBC-A4AC-A76325611BA9}"/>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33" name="Freeform 179">
              <a:extLst>
                <a:ext uri="{FF2B5EF4-FFF2-40B4-BE49-F238E27FC236}">
                  <a16:creationId xmlns:a16="http://schemas.microsoft.com/office/drawing/2014/main" id="{22E5D02D-9990-F81A-E771-BDCAE07BF08D}"/>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34" name="Freeform 180">
              <a:extLst>
                <a:ext uri="{FF2B5EF4-FFF2-40B4-BE49-F238E27FC236}">
                  <a16:creationId xmlns:a16="http://schemas.microsoft.com/office/drawing/2014/main" id="{BBC6C22D-FC09-4A12-6C86-928125E2848A}"/>
                </a:ext>
              </a:extLst>
            </p:cNvPr>
            <p:cNvSpPr/>
            <p:nvPr/>
          </p:nvSpPr>
          <p:spPr>
            <a:xfrm>
              <a:off x="-1034224" y="-1253207"/>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5" name="Group 11">
            <a:extLst>
              <a:ext uri="{FF2B5EF4-FFF2-40B4-BE49-F238E27FC236}">
                <a16:creationId xmlns:a16="http://schemas.microsoft.com/office/drawing/2014/main" id="{6B7D27BE-A11E-20AF-95D3-DF45D716754C}"/>
              </a:ext>
            </a:extLst>
          </p:cNvPr>
          <p:cNvGrpSpPr/>
          <p:nvPr/>
        </p:nvGrpSpPr>
        <p:grpSpPr>
          <a:xfrm rot="2980602">
            <a:off x="3483717" y="-2280742"/>
            <a:ext cx="15651267" cy="5032690"/>
            <a:chOff x="-1052091" y="-1253208"/>
            <a:chExt cx="9331335" cy="3000507"/>
          </a:xfrm>
          <a:solidFill>
            <a:schemeClr val="bg1">
              <a:lumMod val="85000"/>
            </a:schemeClr>
          </a:solidFill>
        </p:grpSpPr>
        <p:sp>
          <p:nvSpPr>
            <p:cNvPr id="40" name="Freeform 172">
              <a:extLst>
                <a:ext uri="{FF2B5EF4-FFF2-40B4-BE49-F238E27FC236}">
                  <a16:creationId xmlns:a16="http://schemas.microsoft.com/office/drawing/2014/main" id="{31DF6DA8-BE49-F314-B8B6-E3A2D00C2027}"/>
                </a:ext>
              </a:extLst>
            </p:cNvPr>
            <p:cNvSpPr/>
            <p:nvPr/>
          </p:nvSpPr>
          <p:spPr>
            <a:xfrm>
              <a:off x="-1052091" y="-10083"/>
              <a:ext cx="9318432" cy="1757382"/>
            </a:xfrm>
            <a:custGeom>
              <a:avLst/>
              <a:gdLst>
                <a:gd name="connsiteX0" fmla="*/ 17817 w 20542684"/>
                <a:gd name="connsiteY0" fmla="*/ 3613989 h 3874187"/>
                <a:gd name="connsiteX1" fmla="*/ 4012983 w 20542684"/>
                <a:gd name="connsiteY1" fmla="*/ 3130310 h 3874187"/>
                <a:gd name="connsiteX2" fmla="*/ 8399436 w 20542684"/>
                <a:gd name="connsiteY2" fmla="*/ 3873260 h 3874187"/>
                <a:gd name="connsiteX3" fmla="*/ 10488173 w 20542684"/>
                <a:gd name="connsiteY3" fmla="*/ 3517883 h 3874187"/>
                <a:gd name="connsiteX4" fmla="*/ 12210864 w 20542684"/>
                <a:gd name="connsiteY4" fmla="*/ 2576908 h 3874187"/>
                <a:gd name="connsiteX5" fmla="*/ 13879739 w 20542684"/>
                <a:gd name="connsiteY5" fmla="*/ 1463244 h 3874187"/>
                <a:gd name="connsiteX6" fmla="*/ 15800075 w 20542684"/>
                <a:gd name="connsiteY6" fmla="*/ 553416 h 3874187"/>
                <a:gd name="connsiteX7" fmla="*/ 19967262 w 20542684"/>
                <a:gd name="connsiteY7" fmla="*/ 73928 h 3874187"/>
                <a:gd name="connsiteX8" fmla="*/ 20527714 w 20542684"/>
                <a:gd name="connsiteY8" fmla="*/ 150128 h 3874187"/>
                <a:gd name="connsiteX9" fmla="*/ 20534096 w 20542684"/>
                <a:gd name="connsiteY9" fmla="*/ 127078 h 3874187"/>
                <a:gd name="connsiteX10" fmla="*/ 16371099 w 20542684"/>
                <a:gd name="connsiteY10" fmla="*/ 351963 h 3874187"/>
                <a:gd name="connsiteX11" fmla="*/ 14438000 w 20542684"/>
                <a:gd name="connsiteY11" fmla="*/ 1116439 h 3874187"/>
                <a:gd name="connsiteX12" fmla="*/ 12705688 w 20542684"/>
                <a:gd name="connsiteY12" fmla="*/ 2213243 h 3874187"/>
                <a:gd name="connsiteX13" fmla="*/ 10997094 w 20542684"/>
                <a:gd name="connsiteY13" fmla="*/ 3266137 h 3874187"/>
                <a:gd name="connsiteX14" fmla="*/ 8895879 w 20542684"/>
                <a:gd name="connsiteY14" fmla="*/ 3839256 h 3874187"/>
                <a:gd name="connsiteX15" fmla="*/ 4360264 w 20542684"/>
                <a:gd name="connsiteY15" fmla="*/ 3165934 h 3874187"/>
                <a:gd name="connsiteX16" fmla="*/ 453585 w 20542684"/>
                <a:gd name="connsiteY16" fmla="*/ 3361101 h 3874187"/>
                <a:gd name="connsiteX17" fmla="*/ 5910 w 20542684"/>
                <a:gd name="connsiteY17" fmla="*/ 3593416 h 3874187"/>
                <a:gd name="connsiteX18" fmla="*/ 1625 w 20542684"/>
                <a:gd name="connsiteY18" fmla="*/ 3609704 h 3874187"/>
                <a:gd name="connsiteX19" fmla="*/ 17912 w 20542684"/>
                <a:gd name="connsiteY19" fmla="*/ 3613990 h 387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542684" h="3874187">
                  <a:moveTo>
                    <a:pt x="17817" y="3613989"/>
                  </a:moveTo>
                  <a:cubicBezTo>
                    <a:pt x="1217967" y="2894185"/>
                    <a:pt x="2674244" y="2917141"/>
                    <a:pt x="4012983" y="3130310"/>
                  </a:cubicBezTo>
                  <a:cubicBezTo>
                    <a:pt x="5477356" y="3363577"/>
                    <a:pt x="6905725" y="3847638"/>
                    <a:pt x="8399436" y="3873260"/>
                  </a:cubicBezTo>
                  <a:cubicBezTo>
                    <a:pt x="9113811" y="3885452"/>
                    <a:pt x="9820947" y="3778010"/>
                    <a:pt x="10488173" y="3517883"/>
                  </a:cubicBezTo>
                  <a:cubicBezTo>
                    <a:pt x="11100059" y="3279758"/>
                    <a:pt x="11665177" y="2938667"/>
                    <a:pt x="12210864" y="2576908"/>
                  </a:cubicBezTo>
                  <a:cubicBezTo>
                    <a:pt x="12768267" y="2207528"/>
                    <a:pt x="13309478" y="1813193"/>
                    <a:pt x="13879739" y="1463244"/>
                  </a:cubicBezTo>
                  <a:cubicBezTo>
                    <a:pt x="14484620" y="1090594"/>
                    <a:pt x="15128591" y="785489"/>
                    <a:pt x="15800075" y="553416"/>
                  </a:cubicBezTo>
                  <a:cubicBezTo>
                    <a:pt x="17132718" y="95264"/>
                    <a:pt x="18565278" y="-72281"/>
                    <a:pt x="19967262" y="73928"/>
                  </a:cubicBezTo>
                  <a:cubicBezTo>
                    <a:pt x="20154778" y="93550"/>
                    <a:pt x="20341594" y="118950"/>
                    <a:pt x="20527714" y="150128"/>
                  </a:cubicBezTo>
                  <a:cubicBezTo>
                    <a:pt x="20542762" y="152509"/>
                    <a:pt x="20549144" y="129649"/>
                    <a:pt x="20534096" y="127078"/>
                  </a:cubicBezTo>
                  <a:cubicBezTo>
                    <a:pt x="19150398" y="-100379"/>
                    <a:pt x="17722602" y="-20750"/>
                    <a:pt x="16371099" y="351963"/>
                  </a:cubicBezTo>
                  <a:cubicBezTo>
                    <a:pt x="15701031" y="536277"/>
                    <a:pt x="15052888" y="792596"/>
                    <a:pt x="14438000" y="1116439"/>
                  </a:cubicBezTo>
                  <a:cubicBezTo>
                    <a:pt x="13832591" y="1436003"/>
                    <a:pt x="13269378" y="1826528"/>
                    <a:pt x="12705688" y="2213243"/>
                  </a:cubicBezTo>
                  <a:cubicBezTo>
                    <a:pt x="12153905" y="2591291"/>
                    <a:pt x="11597645" y="2968576"/>
                    <a:pt x="10997094" y="3266137"/>
                  </a:cubicBezTo>
                  <a:cubicBezTo>
                    <a:pt x="10336344" y="3593511"/>
                    <a:pt x="9633590" y="3795155"/>
                    <a:pt x="8895879" y="3839256"/>
                  </a:cubicBezTo>
                  <a:cubicBezTo>
                    <a:pt x="7351972" y="3931649"/>
                    <a:pt x="5861118" y="3441302"/>
                    <a:pt x="4360264" y="3165934"/>
                  </a:cubicBezTo>
                  <a:cubicBezTo>
                    <a:pt x="3077532" y="2930571"/>
                    <a:pt x="1678215" y="2823605"/>
                    <a:pt x="453585" y="3361101"/>
                  </a:cubicBezTo>
                  <a:cubicBezTo>
                    <a:pt x="299615" y="3429030"/>
                    <a:pt x="150092" y="3506623"/>
                    <a:pt x="5910" y="3593416"/>
                  </a:cubicBezTo>
                  <a:cubicBezTo>
                    <a:pt x="229" y="3596730"/>
                    <a:pt x="-1690" y="3604022"/>
                    <a:pt x="1625" y="3609704"/>
                  </a:cubicBezTo>
                  <a:cubicBezTo>
                    <a:pt x="4938" y="3615385"/>
                    <a:pt x="12231" y="3617304"/>
                    <a:pt x="17912" y="3613990"/>
                  </a:cubicBezTo>
                  <a:close/>
                </a:path>
              </a:pathLst>
            </a:custGeom>
            <a:grpFill/>
            <a:ln w="9525" cap="flat">
              <a:noFill/>
              <a:prstDash val="solid"/>
              <a:miter/>
            </a:ln>
          </p:spPr>
          <p:txBody>
            <a:bodyPr rtlCol="0" anchor="ctr"/>
            <a:lstStyle/>
            <a:p>
              <a:pPr>
                <a:spcBef>
                  <a:spcPts val="1200"/>
                </a:spcBef>
              </a:pPr>
              <a:endParaRPr lang="en-US" dirty="0"/>
            </a:p>
          </p:txBody>
        </p:sp>
        <p:sp>
          <p:nvSpPr>
            <p:cNvPr id="41" name="Freeform 173">
              <a:extLst>
                <a:ext uri="{FF2B5EF4-FFF2-40B4-BE49-F238E27FC236}">
                  <a16:creationId xmlns:a16="http://schemas.microsoft.com/office/drawing/2014/main" id="{88D55080-816B-798E-30B6-D2D0326904D1}"/>
                </a:ext>
              </a:extLst>
            </p:cNvPr>
            <p:cNvSpPr/>
            <p:nvPr/>
          </p:nvSpPr>
          <p:spPr>
            <a:xfrm>
              <a:off x="-1049093" y="-163208"/>
              <a:ext cx="9316875" cy="1819901"/>
            </a:xfrm>
            <a:custGeom>
              <a:avLst/>
              <a:gdLst>
                <a:gd name="connsiteX0" fmla="*/ 15018 w 20539253"/>
                <a:gd name="connsiteY0" fmla="*/ 3622467 h 4012011"/>
                <a:gd name="connsiteX1" fmla="*/ 4096195 w 20539253"/>
                <a:gd name="connsiteY1" fmla="*/ 3152599 h 4012011"/>
                <a:gd name="connsiteX2" fmla="*/ 6294089 w 20539253"/>
                <a:gd name="connsiteY2" fmla="*/ 3640565 h 4012011"/>
                <a:gd name="connsiteX3" fmla="*/ 8537416 w 20539253"/>
                <a:gd name="connsiteY3" fmla="*/ 4009468 h 4012011"/>
                <a:gd name="connsiteX4" fmla="*/ 10549763 w 20539253"/>
                <a:gd name="connsiteY4" fmla="*/ 3635802 h 4012011"/>
                <a:gd name="connsiteX5" fmla="*/ 12209875 w 20539253"/>
                <a:gd name="connsiteY5" fmla="*/ 2609198 h 4012011"/>
                <a:gd name="connsiteX6" fmla="*/ 13810837 w 20539253"/>
                <a:gd name="connsiteY6" fmla="*/ 1444957 h 4012011"/>
                <a:gd name="connsiteX7" fmla="*/ 15731458 w 20539253"/>
                <a:gd name="connsiteY7" fmla="*/ 529223 h 4012011"/>
                <a:gd name="connsiteX8" fmla="*/ 19970084 w 20539253"/>
                <a:gd name="connsiteY8" fmla="*/ 81548 h 4012011"/>
                <a:gd name="connsiteX9" fmla="*/ 20525106 w 20539253"/>
                <a:gd name="connsiteY9" fmla="*/ 157748 h 4012011"/>
                <a:gd name="connsiteX10" fmla="*/ 20531106 w 20539253"/>
                <a:gd name="connsiteY10" fmla="*/ 136031 h 4012011"/>
                <a:gd name="connsiteX11" fmla="*/ 16314579 w 20539253"/>
                <a:gd name="connsiteY11" fmla="*/ 329960 h 4012011"/>
                <a:gd name="connsiteX12" fmla="*/ 14353191 w 20539253"/>
                <a:gd name="connsiteY12" fmla="*/ 1100057 h 4012011"/>
                <a:gd name="connsiteX13" fmla="*/ 12686316 w 20539253"/>
                <a:gd name="connsiteY13" fmla="*/ 2222864 h 4012011"/>
                <a:gd name="connsiteX14" fmla="*/ 11049159 w 20539253"/>
                <a:gd name="connsiteY14" fmla="*/ 3358148 h 4012011"/>
                <a:gd name="connsiteX15" fmla="*/ 9042622 w 20539253"/>
                <a:gd name="connsiteY15" fmla="*/ 3979941 h 4012011"/>
                <a:gd name="connsiteX16" fmla="*/ 6695663 w 20539253"/>
                <a:gd name="connsiteY16" fmla="*/ 3713241 h 4012011"/>
                <a:gd name="connsiteX17" fmla="*/ 4459288 w 20539253"/>
                <a:gd name="connsiteY17" fmla="*/ 3195080 h 4012011"/>
                <a:gd name="connsiteX18" fmla="*/ 451644 w 20539253"/>
                <a:gd name="connsiteY18" fmla="*/ 3370721 h 4012011"/>
                <a:gd name="connsiteX19" fmla="*/ 3969 w 20539253"/>
                <a:gd name="connsiteY19" fmla="*/ 3603036 h 4012011"/>
                <a:gd name="connsiteX20" fmla="*/ 2669 w 20539253"/>
                <a:gd name="connsiteY20" fmla="*/ 3618878 h 4012011"/>
                <a:gd name="connsiteX21" fmla="*/ 15304 w 20539253"/>
                <a:gd name="connsiteY21" fmla="*/ 3622086 h 40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9253" h="4012011">
                  <a:moveTo>
                    <a:pt x="15018" y="3622467"/>
                  </a:moveTo>
                  <a:cubicBezTo>
                    <a:pt x="1241076" y="2887137"/>
                    <a:pt x="2732024" y="2926571"/>
                    <a:pt x="4096195" y="3152599"/>
                  </a:cubicBezTo>
                  <a:cubicBezTo>
                    <a:pt x="4837716" y="3275471"/>
                    <a:pt x="5564474" y="3462828"/>
                    <a:pt x="6294089" y="3640565"/>
                  </a:cubicBezTo>
                  <a:cubicBezTo>
                    <a:pt x="7030085" y="3819921"/>
                    <a:pt x="7777417" y="3985560"/>
                    <a:pt x="8537416" y="4009468"/>
                  </a:cubicBezTo>
                  <a:cubicBezTo>
                    <a:pt x="9231027" y="4030994"/>
                    <a:pt x="9913684" y="3916694"/>
                    <a:pt x="10549763" y="3635802"/>
                  </a:cubicBezTo>
                  <a:cubicBezTo>
                    <a:pt x="11146981" y="3371864"/>
                    <a:pt x="11687429" y="2996770"/>
                    <a:pt x="12209875" y="2609198"/>
                  </a:cubicBezTo>
                  <a:cubicBezTo>
                    <a:pt x="12739656" y="2216101"/>
                    <a:pt x="13255339" y="1802144"/>
                    <a:pt x="13810837" y="1444957"/>
                  </a:cubicBezTo>
                  <a:cubicBezTo>
                    <a:pt x="14408817" y="1060433"/>
                    <a:pt x="15058612" y="756490"/>
                    <a:pt x="15731458" y="529223"/>
                  </a:cubicBezTo>
                  <a:cubicBezTo>
                    <a:pt x="17088676" y="71071"/>
                    <a:pt x="18547810" y="-73614"/>
                    <a:pt x="19970084" y="81548"/>
                  </a:cubicBezTo>
                  <a:cubicBezTo>
                    <a:pt x="20155820" y="101805"/>
                    <a:pt x="20340828" y="127205"/>
                    <a:pt x="20525106" y="157748"/>
                  </a:cubicBezTo>
                  <a:cubicBezTo>
                    <a:pt x="20539298" y="160034"/>
                    <a:pt x="20545394" y="138698"/>
                    <a:pt x="20531106" y="136031"/>
                  </a:cubicBezTo>
                  <a:cubicBezTo>
                    <a:pt x="19132360" y="-93331"/>
                    <a:pt x="17685988" y="-35228"/>
                    <a:pt x="16314579" y="329960"/>
                  </a:cubicBezTo>
                  <a:cubicBezTo>
                    <a:pt x="15633268" y="510147"/>
                    <a:pt x="14975095" y="768564"/>
                    <a:pt x="14353191" y="1100057"/>
                  </a:cubicBezTo>
                  <a:cubicBezTo>
                    <a:pt x="13760355" y="1417525"/>
                    <a:pt x="13221049" y="1818051"/>
                    <a:pt x="12686316" y="2222864"/>
                  </a:cubicBezTo>
                  <a:cubicBezTo>
                    <a:pt x="12156726" y="2623295"/>
                    <a:pt x="11627993" y="3030869"/>
                    <a:pt x="11049159" y="3358148"/>
                  </a:cubicBezTo>
                  <a:cubicBezTo>
                    <a:pt x="10427081" y="3710097"/>
                    <a:pt x="9758998" y="3935364"/>
                    <a:pt x="9042622" y="3979941"/>
                  </a:cubicBezTo>
                  <a:cubicBezTo>
                    <a:pt x="8252048" y="4029089"/>
                    <a:pt x="7463568" y="3888977"/>
                    <a:pt x="6695663" y="3713241"/>
                  </a:cubicBezTo>
                  <a:cubicBezTo>
                    <a:pt x="5949570" y="3541791"/>
                    <a:pt x="5211763" y="3337955"/>
                    <a:pt x="4459288" y="3195080"/>
                  </a:cubicBezTo>
                  <a:cubicBezTo>
                    <a:pt x="3146457" y="2945144"/>
                    <a:pt x="1708086" y="2819224"/>
                    <a:pt x="451644" y="3370721"/>
                  </a:cubicBezTo>
                  <a:cubicBezTo>
                    <a:pt x="297673" y="3438651"/>
                    <a:pt x="148151" y="3516244"/>
                    <a:pt x="3969" y="3603036"/>
                  </a:cubicBezTo>
                  <a:cubicBezTo>
                    <a:pt x="-765" y="3607052"/>
                    <a:pt x="-1347" y="3614145"/>
                    <a:pt x="2669" y="3618878"/>
                  </a:cubicBezTo>
                  <a:cubicBezTo>
                    <a:pt x="5766" y="3622530"/>
                    <a:pt x="10838" y="3623818"/>
                    <a:pt x="15304" y="3622086"/>
                  </a:cubicBezTo>
                  <a:close/>
                </a:path>
              </a:pathLst>
            </a:custGeom>
            <a:grpFill/>
            <a:ln w="9525" cap="flat">
              <a:noFill/>
              <a:prstDash val="solid"/>
              <a:miter/>
            </a:ln>
          </p:spPr>
          <p:txBody>
            <a:bodyPr rtlCol="0" anchor="ctr"/>
            <a:lstStyle/>
            <a:p>
              <a:pPr>
                <a:spcBef>
                  <a:spcPts val="1200"/>
                </a:spcBef>
              </a:pPr>
              <a:endParaRPr lang="en-US" dirty="0"/>
            </a:p>
          </p:txBody>
        </p:sp>
        <p:sp>
          <p:nvSpPr>
            <p:cNvPr id="42" name="Freeform 174">
              <a:extLst>
                <a:ext uri="{FF2B5EF4-FFF2-40B4-BE49-F238E27FC236}">
                  <a16:creationId xmlns:a16="http://schemas.microsoft.com/office/drawing/2014/main" id="{111AD64F-F2CB-2C80-B651-84F748278DB8}"/>
                </a:ext>
              </a:extLst>
            </p:cNvPr>
            <p:cNvSpPr/>
            <p:nvPr/>
          </p:nvSpPr>
          <p:spPr>
            <a:xfrm>
              <a:off x="-1047731" y="-316830"/>
              <a:ext cx="9317282" cy="1885909"/>
            </a:xfrm>
            <a:custGeom>
              <a:avLst/>
              <a:gdLst>
                <a:gd name="connsiteX0" fmla="*/ 15920 w 20540149"/>
                <a:gd name="connsiteY0" fmla="*/ 3632043 h 4157527"/>
                <a:gd name="connsiteX1" fmla="*/ 4199968 w 20540149"/>
                <a:gd name="connsiteY1" fmla="*/ 3179510 h 4157527"/>
                <a:gd name="connsiteX2" fmla="*/ 6407958 w 20540149"/>
                <a:gd name="connsiteY2" fmla="*/ 3712338 h 4157527"/>
                <a:gd name="connsiteX3" fmla="*/ 8663573 w 20540149"/>
                <a:gd name="connsiteY3" fmla="*/ 4153632 h 4157527"/>
                <a:gd name="connsiteX4" fmla="*/ 10611340 w 20540149"/>
                <a:gd name="connsiteY4" fmla="*/ 3749295 h 4157527"/>
                <a:gd name="connsiteX5" fmla="*/ 12173917 w 20540149"/>
                <a:gd name="connsiteY5" fmla="*/ 2670970 h 4157527"/>
                <a:gd name="connsiteX6" fmla="*/ 13728301 w 20540149"/>
                <a:gd name="connsiteY6" fmla="*/ 1442245 h 4157527"/>
                <a:gd name="connsiteX7" fmla="*/ 15625586 w 20540149"/>
                <a:gd name="connsiteY7" fmla="*/ 518987 h 4157527"/>
                <a:gd name="connsiteX8" fmla="*/ 19956890 w 20540149"/>
                <a:gd name="connsiteY8" fmla="*/ 88552 h 4157527"/>
                <a:gd name="connsiteX9" fmla="*/ 20526866 w 20540149"/>
                <a:gd name="connsiteY9" fmla="*/ 167895 h 4157527"/>
                <a:gd name="connsiteX10" fmla="*/ 20532484 w 20540149"/>
                <a:gd name="connsiteY10" fmla="*/ 147512 h 4157527"/>
                <a:gd name="connsiteX11" fmla="*/ 16223375 w 20540149"/>
                <a:gd name="connsiteY11" fmla="*/ 318105 h 4157527"/>
                <a:gd name="connsiteX12" fmla="*/ 14228173 w 20540149"/>
                <a:gd name="connsiteY12" fmla="*/ 1109251 h 4157527"/>
                <a:gd name="connsiteX13" fmla="*/ 12676456 w 20540149"/>
                <a:gd name="connsiteY13" fmla="*/ 2228058 h 4157527"/>
                <a:gd name="connsiteX14" fmla="*/ 11088733 w 20540149"/>
                <a:gd name="connsiteY14" fmla="*/ 3452211 h 4157527"/>
                <a:gd name="connsiteX15" fmla="*/ 9155158 w 20540149"/>
                <a:gd name="connsiteY15" fmla="*/ 4127343 h 4157527"/>
                <a:gd name="connsiteX16" fmla="*/ 6835250 w 20540149"/>
                <a:gd name="connsiteY16" fmla="*/ 3808160 h 4157527"/>
                <a:gd name="connsiteX17" fmla="*/ 4578491 w 20540149"/>
                <a:gd name="connsiteY17" fmla="*/ 3228278 h 4157527"/>
                <a:gd name="connsiteX18" fmla="*/ 468264 w 20540149"/>
                <a:gd name="connsiteY18" fmla="*/ 3374772 h 4157527"/>
                <a:gd name="connsiteX19" fmla="*/ 5254 w 20540149"/>
                <a:gd name="connsiteY19" fmla="*/ 3613755 h 4157527"/>
                <a:gd name="connsiteX20" fmla="*/ 1443 w 20540149"/>
                <a:gd name="connsiteY20" fmla="*/ 3628232 h 4157527"/>
                <a:gd name="connsiteX21" fmla="*/ 15921 w 20540149"/>
                <a:gd name="connsiteY21" fmla="*/ 3632042 h 415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40149" h="4157527">
                  <a:moveTo>
                    <a:pt x="15920" y="3632043"/>
                  </a:moveTo>
                  <a:cubicBezTo>
                    <a:pt x="1273220" y="2878044"/>
                    <a:pt x="2805412" y="2938146"/>
                    <a:pt x="4199968" y="3179510"/>
                  </a:cubicBezTo>
                  <a:cubicBezTo>
                    <a:pt x="4948728" y="3309050"/>
                    <a:pt x="5677200" y="3506884"/>
                    <a:pt x="6407958" y="3712338"/>
                  </a:cubicBezTo>
                  <a:cubicBezTo>
                    <a:pt x="7144907" y="3919507"/>
                    <a:pt x="7894715" y="4121913"/>
                    <a:pt x="8663573" y="4153632"/>
                  </a:cubicBezTo>
                  <a:cubicBezTo>
                    <a:pt x="9342325" y="4182207"/>
                    <a:pt x="10003264" y="4054191"/>
                    <a:pt x="10611340" y="3749295"/>
                  </a:cubicBezTo>
                  <a:cubicBezTo>
                    <a:pt x="11178935" y="3464784"/>
                    <a:pt x="11684808" y="3071496"/>
                    <a:pt x="12173917" y="2670970"/>
                  </a:cubicBezTo>
                  <a:cubicBezTo>
                    <a:pt x="12684933" y="2252918"/>
                    <a:pt x="13182043" y="1814387"/>
                    <a:pt x="13728301" y="1442245"/>
                  </a:cubicBezTo>
                  <a:cubicBezTo>
                    <a:pt x="14310469" y="1045148"/>
                    <a:pt x="14958741" y="743777"/>
                    <a:pt x="15625586" y="518987"/>
                  </a:cubicBezTo>
                  <a:cubicBezTo>
                    <a:pt x="17012616" y="51214"/>
                    <a:pt x="18505852" y="-74230"/>
                    <a:pt x="19956890" y="88552"/>
                  </a:cubicBezTo>
                  <a:cubicBezTo>
                    <a:pt x="20147390" y="110015"/>
                    <a:pt x="20337382" y="136463"/>
                    <a:pt x="20526866" y="167895"/>
                  </a:cubicBezTo>
                  <a:cubicBezTo>
                    <a:pt x="20540200" y="170086"/>
                    <a:pt x="20545916" y="149703"/>
                    <a:pt x="20532484" y="147512"/>
                  </a:cubicBezTo>
                  <a:cubicBezTo>
                    <a:pt x="19104784" y="-88041"/>
                    <a:pt x="17625836" y="-48798"/>
                    <a:pt x="16223375" y="318105"/>
                  </a:cubicBezTo>
                  <a:cubicBezTo>
                    <a:pt x="15529574" y="499651"/>
                    <a:pt x="14856157" y="762160"/>
                    <a:pt x="14228173" y="1109251"/>
                  </a:cubicBezTo>
                  <a:cubicBezTo>
                    <a:pt x="13667913" y="1419004"/>
                    <a:pt x="13168041" y="1821054"/>
                    <a:pt x="12676456" y="2228058"/>
                  </a:cubicBezTo>
                  <a:cubicBezTo>
                    <a:pt x="12162106" y="2653920"/>
                    <a:pt x="11653185" y="3092547"/>
                    <a:pt x="11088733" y="3452211"/>
                  </a:cubicBezTo>
                  <a:cubicBezTo>
                    <a:pt x="10498183" y="3828258"/>
                    <a:pt x="9858675" y="4080289"/>
                    <a:pt x="9155158" y="4127343"/>
                  </a:cubicBezTo>
                  <a:cubicBezTo>
                    <a:pt x="8369727" y="4179826"/>
                    <a:pt x="7589439" y="4009804"/>
                    <a:pt x="6835250" y="3808160"/>
                  </a:cubicBezTo>
                  <a:cubicBezTo>
                    <a:pt x="6084108" y="3607659"/>
                    <a:pt x="5342491" y="3379059"/>
                    <a:pt x="4578491" y="3228278"/>
                  </a:cubicBezTo>
                  <a:cubicBezTo>
                    <a:pt x="3235466" y="2963674"/>
                    <a:pt x="1759091" y="2814798"/>
                    <a:pt x="468264" y="3374772"/>
                  </a:cubicBezTo>
                  <a:cubicBezTo>
                    <a:pt x="308876" y="3444240"/>
                    <a:pt x="154207" y="3524072"/>
                    <a:pt x="5254" y="3613755"/>
                  </a:cubicBezTo>
                  <a:cubicBezTo>
                    <a:pt x="204" y="3616700"/>
                    <a:pt x="-1502" y="3623182"/>
                    <a:pt x="1443" y="3628232"/>
                  </a:cubicBezTo>
                  <a:cubicBezTo>
                    <a:pt x="4390" y="3633282"/>
                    <a:pt x="10871" y="3634988"/>
                    <a:pt x="15921" y="3632042"/>
                  </a:cubicBezTo>
                  <a:close/>
                </a:path>
              </a:pathLst>
            </a:custGeom>
            <a:grpFill/>
            <a:ln w="9525" cap="flat">
              <a:noFill/>
              <a:prstDash val="solid"/>
              <a:miter/>
            </a:ln>
          </p:spPr>
          <p:txBody>
            <a:bodyPr rtlCol="0" anchor="ctr"/>
            <a:lstStyle/>
            <a:p>
              <a:pPr>
                <a:spcBef>
                  <a:spcPts val="1200"/>
                </a:spcBef>
              </a:pPr>
              <a:endParaRPr lang="en-US" dirty="0"/>
            </a:p>
          </p:txBody>
        </p:sp>
        <p:sp>
          <p:nvSpPr>
            <p:cNvPr id="43" name="Freeform 175">
              <a:extLst>
                <a:ext uri="{FF2B5EF4-FFF2-40B4-BE49-F238E27FC236}">
                  <a16:creationId xmlns:a16="http://schemas.microsoft.com/office/drawing/2014/main" id="{3DAE3325-BEC1-0EFE-23EE-DF979C9B3772}"/>
                </a:ext>
              </a:extLst>
            </p:cNvPr>
            <p:cNvSpPr/>
            <p:nvPr/>
          </p:nvSpPr>
          <p:spPr>
            <a:xfrm>
              <a:off x="-1045650" y="-470934"/>
              <a:ext cx="9316796" cy="1954225"/>
            </a:xfrm>
            <a:custGeom>
              <a:avLst/>
              <a:gdLst>
                <a:gd name="connsiteX0" fmla="*/ 15428 w 20539078"/>
                <a:gd name="connsiteY0" fmla="*/ 3642584 h 4308131"/>
                <a:gd name="connsiteX1" fmla="*/ 4319109 w 20539078"/>
                <a:gd name="connsiteY1" fmla="*/ 3211102 h 4308131"/>
                <a:gd name="connsiteX2" fmla="*/ 6538434 w 20539078"/>
                <a:gd name="connsiteY2" fmla="*/ 3800128 h 4308131"/>
                <a:gd name="connsiteX3" fmla="*/ 8753377 w 20539078"/>
                <a:gd name="connsiteY3" fmla="*/ 4302857 h 4308131"/>
                <a:gd name="connsiteX4" fmla="*/ 10635803 w 20539078"/>
                <a:gd name="connsiteY4" fmla="*/ 3875661 h 4308131"/>
                <a:gd name="connsiteX5" fmla="*/ 12148659 w 20539078"/>
                <a:gd name="connsiteY5" fmla="*/ 2726184 h 4308131"/>
                <a:gd name="connsiteX6" fmla="*/ 13640940 w 20539078"/>
                <a:gd name="connsiteY6" fmla="*/ 1447071 h 4308131"/>
                <a:gd name="connsiteX7" fmla="*/ 15519175 w 20539078"/>
                <a:gd name="connsiteY7" fmla="*/ 507906 h 4308131"/>
                <a:gd name="connsiteX8" fmla="*/ 19941348 w 20539078"/>
                <a:gd name="connsiteY8" fmla="*/ 96141 h 4308131"/>
                <a:gd name="connsiteX9" fmla="*/ 20526658 w 20539078"/>
                <a:gd name="connsiteY9" fmla="*/ 178437 h 4308131"/>
                <a:gd name="connsiteX10" fmla="*/ 20531898 w 20539078"/>
                <a:gd name="connsiteY10" fmla="*/ 159387 h 4308131"/>
                <a:gd name="connsiteX11" fmla="*/ 16131347 w 20539078"/>
                <a:gd name="connsiteY11" fmla="*/ 305786 h 4308131"/>
                <a:gd name="connsiteX12" fmla="*/ 14094997 w 20539078"/>
                <a:gd name="connsiteY12" fmla="*/ 1125603 h 4308131"/>
                <a:gd name="connsiteX13" fmla="*/ 12620718 w 20539078"/>
                <a:gd name="connsiteY13" fmla="*/ 2273841 h 4308131"/>
                <a:gd name="connsiteX14" fmla="*/ 9264203 w 20539078"/>
                <a:gd name="connsiteY14" fmla="*/ 4277711 h 4308131"/>
                <a:gd name="connsiteX15" fmla="*/ 6951152 w 20539078"/>
                <a:gd name="connsiteY15" fmla="*/ 3909855 h 4308131"/>
                <a:gd name="connsiteX16" fmla="*/ 4678773 w 20539078"/>
                <a:gd name="connsiteY16" fmla="*/ 3260250 h 4308131"/>
                <a:gd name="connsiteX17" fmla="*/ 483391 w 20539078"/>
                <a:gd name="connsiteY17" fmla="*/ 3379980 h 4308131"/>
                <a:gd name="connsiteX18" fmla="*/ 5046 w 20539078"/>
                <a:gd name="connsiteY18" fmla="*/ 3625534 h 4308131"/>
                <a:gd name="connsiteX19" fmla="*/ 1236 w 20539078"/>
                <a:gd name="connsiteY19" fmla="*/ 3638869 h 4308131"/>
                <a:gd name="connsiteX20" fmla="*/ 14571 w 20539078"/>
                <a:gd name="connsiteY20" fmla="*/ 3642679 h 430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539078" h="4308131">
                  <a:moveTo>
                    <a:pt x="15428" y="3642584"/>
                  </a:moveTo>
                  <a:cubicBezTo>
                    <a:pt x="1308733" y="2866963"/>
                    <a:pt x="2889597" y="2952021"/>
                    <a:pt x="4319109" y="3211102"/>
                  </a:cubicBezTo>
                  <a:cubicBezTo>
                    <a:pt x="5077490" y="3348547"/>
                    <a:pt x="5805676" y="3564765"/>
                    <a:pt x="6538434" y="3800128"/>
                  </a:cubicBezTo>
                  <a:cubicBezTo>
                    <a:pt x="7258238" y="4031299"/>
                    <a:pt x="7993282" y="4262662"/>
                    <a:pt x="8753377" y="4302857"/>
                  </a:cubicBezTo>
                  <a:cubicBezTo>
                    <a:pt x="9416603" y="4337909"/>
                    <a:pt x="10055349" y="4198558"/>
                    <a:pt x="10635803" y="3875661"/>
                  </a:cubicBezTo>
                  <a:cubicBezTo>
                    <a:pt x="11191015" y="3567146"/>
                    <a:pt x="11677552" y="3147951"/>
                    <a:pt x="12148659" y="2726184"/>
                  </a:cubicBezTo>
                  <a:cubicBezTo>
                    <a:pt x="12636434" y="2289462"/>
                    <a:pt x="13110684" y="1833405"/>
                    <a:pt x="13640940" y="1447071"/>
                  </a:cubicBezTo>
                  <a:cubicBezTo>
                    <a:pt x="14208154" y="1033591"/>
                    <a:pt x="14855759" y="731934"/>
                    <a:pt x="15519175" y="507906"/>
                  </a:cubicBezTo>
                  <a:cubicBezTo>
                    <a:pt x="16934590" y="29942"/>
                    <a:pt x="18462400" y="-74357"/>
                    <a:pt x="19941348" y="96141"/>
                  </a:cubicBezTo>
                  <a:cubicBezTo>
                    <a:pt x="20137372" y="118334"/>
                    <a:pt x="20332252" y="146909"/>
                    <a:pt x="20526658" y="178437"/>
                  </a:cubicBezTo>
                  <a:cubicBezTo>
                    <a:pt x="20539136" y="180532"/>
                    <a:pt x="20544470" y="161387"/>
                    <a:pt x="20531898" y="159387"/>
                  </a:cubicBezTo>
                  <a:cubicBezTo>
                    <a:pt x="19075810" y="-80739"/>
                    <a:pt x="17564382" y="-63213"/>
                    <a:pt x="16131347" y="305786"/>
                  </a:cubicBezTo>
                  <a:cubicBezTo>
                    <a:pt x="15421639" y="488475"/>
                    <a:pt x="14729934" y="757938"/>
                    <a:pt x="14094997" y="1125603"/>
                  </a:cubicBezTo>
                  <a:cubicBezTo>
                    <a:pt x="13554739" y="1438404"/>
                    <a:pt x="13082490" y="1857694"/>
                    <a:pt x="12620718" y="2273841"/>
                  </a:cubicBezTo>
                  <a:cubicBezTo>
                    <a:pt x="11650692" y="3147284"/>
                    <a:pt x="10638756" y="4169888"/>
                    <a:pt x="9264203" y="4277711"/>
                  </a:cubicBezTo>
                  <a:cubicBezTo>
                    <a:pt x="8476866" y="4339528"/>
                    <a:pt x="7697341" y="4139503"/>
                    <a:pt x="6951152" y="3909855"/>
                  </a:cubicBezTo>
                  <a:cubicBezTo>
                    <a:pt x="6196486" y="3677636"/>
                    <a:pt x="5454203" y="3417508"/>
                    <a:pt x="4678773" y="3260250"/>
                  </a:cubicBezTo>
                  <a:cubicBezTo>
                    <a:pt x="3311554" y="2983073"/>
                    <a:pt x="1802794" y="2813814"/>
                    <a:pt x="483391" y="3379980"/>
                  </a:cubicBezTo>
                  <a:cubicBezTo>
                    <a:pt x="318608" y="3450995"/>
                    <a:pt x="158798" y="3533032"/>
                    <a:pt x="5046" y="3625534"/>
                  </a:cubicBezTo>
                  <a:cubicBezTo>
                    <a:pt x="311" y="3628165"/>
                    <a:pt x="-1394" y="3634135"/>
                    <a:pt x="1236" y="3638869"/>
                  </a:cubicBezTo>
                  <a:cubicBezTo>
                    <a:pt x="3866" y="3643604"/>
                    <a:pt x="9836" y="3645309"/>
                    <a:pt x="14571" y="3642679"/>
                  </a:cubicBezTo>
                  <a:close/>
                </a:path>
              </a:pathLst>
            </a:custGeom>
            <a:grpFill/>
            <a:ln w="9525" cap="flat">
              <a:noFill/>
              <a:prstDash val="solid"/>
              <a:miter/>
            </a:ln>
          </p:spPr>
          <p:txBody>
            <a:bodyPr rtlCol="0" anchor="ctr"/>
            <a:lstStyle/>
            <a:p>
              <a:pPr>
                <a:spcBef>
                  <a:spcPts val="1200"/>
                </a:spcBef>
              </a:pPr>
              <a:endParaRPr lang="en-US" dirty="0"/>
            </a:p>
          </p:txBody>
        </p:sp>
        <p:sp>
          <p:nvSpPr>
            <p:cNvPr id="44" name="Freeform 176">
              <a:extLst>
                <a:ext uri="{FF2B5EF4-FFF2-40B4-BE49-F238E27FC236}">
                  <a16:creationId xmlns:a16="http://schemas.microsoft.com/office/drawing/2014/main" id="{395C60B4-CD5F-DA08-00AD-CF5A0A619540}"/>
                </a:ext>
              </a:extLst>
            </p:cNvPr>
            <p:cNvSpPr/>
            <p:nvPr/>
          </p:nvSpPr>
          <p:spPr>
            <a:xfrm>
              <a:off x="-1042449" y="-625723"/>
              <a:ext cx="9315206" cy="2024804"/>
            </a:xfrm>
            <a:custGeom>
              <a:avLst/>
              <a:gdLst>
                <a:gd name="connsiteX0" fmla="*/ 11991 w 20535573"/>
                <a:gd name="connsiteY0" fmla="*/ 3654826 h 4463725"/>
                <a:gd name="connsiteX1" fmla="*/ 4434829 w 20535573"/>
                <a:gd name="connsiteY1" fmla="*/ 3245251 h 4463725"/>
                <a:gd name="connsiteX2" fmla="*/ 5549254 w 20535573"/>
                <a:gd name="connsiteY2" fmla="*/ 3511951 h 4463725"/>
                <a:gd name="connsiteX3" fmla="*/ 6666823 w 20535573"/>
                <a:gd name="connsiteY3" fmla="*/ 3901429 h 4463725"/>
                <a:gd name="connsiteX4" fmla="*/ 8846904 w 20535573"/>
                <a:gd name="connsiteY4" fmla="*/ 4458546 h 4463725"/>
                <a:gd name="connsiteX5" fmla="*/ 10656654 w 20535573"/>
                <a:gd name="connsiteY5" fmla="*/ 4000679 h 4463725"/>
                <a:gd name="connsiteX6" fmla="*/ 12099501 w 20535573"/>
                <a:gd name="connsiteY6" fmla="*/ 2805101 h 4463725"/>
                <a:gd name="connsiteX7" fmla="*/ 13512440 w 20535573"/>
                <a:gd name="connsiteY7" fmla="*/ 1490651 h 4463725"/>
                <a:gd name="connsiteX8" fmla="*/ 15379340 w 20535573"/>
                <a:gd name="connsiteY8" fmla="*/ 509005 h 4463725"/>
                <a:gd name="connsiteX9" fmla="*/ 19941528 w 20535573"/>
                <a:gd name="connsiteY9" fmla="*/ 107145 h 4463725"/>
                <a:gd name="connsiteX10" fmla="*/ 20523888 w 20535573"/>
                <a:gd name="connsiteY10" fmla="*/ 190584 h 4463725"/>
                <a:gd name="connsiteX11" fmla="*/ 20528840 w 20535573"/>
                <a:gd name="connsiteY11" fmla="*/ 172677 h 4463725"/>
                <a:gd name="connsiteX12" fmla="*/ 16003037 w 20535573"/>
                <a:gd name="connsiteY12" fmla="*/ 302026 h 4463725"/>
                <a:gd name="connsiteX13" fmla="*/ 13975164 w 20535573"/>
                <a:gd name="connsiteY13" fmla="*/ 1137750 h 4463725"/>
                <a:gd name="connsiteX14" fmla="*/ 12549748 w 20535573"/>
                <a:gd name="connsiteY14" fmla="*/ 2338472 h 4463725"/>
                <a:gd name="connsiteX15" fmla="*/ 9335632 w 20535573"/>
                <a:gd name="connsiteY15" fmla="*/ 4433400 h 4463725"/>
                <a:gd name="connsiteX16" fmla="*/ 7078207 w 20535573"/>
                <a:gd name="connsiteY16" fmla="*/ 4028492 h 4463725"/>
                <a:gd name="connsiteX17" fmla="*/ 4826974 w 20535573"/>
                <a:gd name="connsiteY17" fmla="*/ 3304592 h 4463725"/>
                <a:gd name="connsiteX18" fmla="*/ 496813 w 20535573"/>
                <a:gd name="connsiteY18" fmla="*/ 3386507 h 4463725"/>
                <a:gd name="connsiteX19" fmla="*/ 3038 w 20535573"/>
                <a:gd name="connsiteY19" fmla="*/ 3638634 h 4463725"/>
                <a:gd name="connsiteX20" fmla="*/ 2551 w 20535573"/>
                <a:gd name="connsiteY20" fmla="*/ 3652096 h 4463725"/>
                <a:gd name="connsiteX21" fmla="*/ 12563 w 20535573"/>
                <a:gd name="connsiteY21" fmla="*/ 3654636 h 446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35573" h="4463725">
                  <a:moveTo>
                    <a:pt x="11991" y="3654826"/>
                  </a:moveTo>
                  <a:cubicBezTo>
                    <a:pt x="1341205" y="2857584"/>
                    <a:pt x="2970742" y="2969026"/>
                    <a:pt x="4434829" y="3245251"/>
                  </a:cubicBezTo>
                  <a:cubicBezTo>
                    <a:pt x="4811067" y="3316308"/>
                    <a:pt x="5183494" y="3398509"/>
                    <a:pt x="5549254" y="3511951"/>
                  </a:cubicBezTo>
                  <a:cubicBezTo>
                    <a:pt x="5926158" y="3628823"/>
                    <a:pt x="6296014" y="3766745"/>
                    <a:pt x="6666823" y="3901429"/>
                  </a:cubicBezTo>
                  <a:cubicBezTo>
                    <a:pt x="7370244" y="4157175"/>
                    <a:pt x="8093096" y="4415779"/>
                    <a:pt x="8846904" y="4458546"/>
                  </a:cubicBezTo>
                  <a:cubicBezTo>
                    <a:pt x="9494604" y="4495027"/>
                    <a:pt x="10105062" y="4338436"/>
                    <a:pt x="10656654" y="4000679"/>
                  </a:cubicBezTo>
                  <a:cubicBezTo>
                    <a:pt x="11190721" y="3673591"/>
                    <a:pt x="11652303" y="3239346"/>
                    <a:pt x="12099501" y="2805101"/>
                  </a:cubicBezTo>
                  <a:cubicBezTo>
                    <a:pt x="12560702" y="2357426"/>
                    <a:pt x="13008663" y="1891177"/>
                    <a:pt x="13512440" y="1490651"/>
                  </a:cubicBezTo>
                  <a:cubicBezTo>
                    <a:pt x="14066604" y="1049739"/>
                    <a:pt x="14711352" y="738652"/>
                    <a:pt x="15379340" y="509005"/>
                  </a:cubicBezTo>
                  <a:cubicBezTo>
                    <a:pt x="16837142" y="6942"/>
                    <a:pt x="18418482" y="-75259"/>
                    <a:pt x="19941528" y="107145"/>
                  </a:cubicBezTo>
                  <a:cubicBezTo>
                    <a:pt x="20136284" y="130449"/>
                    <a:pt x="20330404" y="158262"/>
                    <a:pt x="20523888" y="190584"/>
                  </a:cubicBezTo>
                  <a:cubicBezTo>
                    <a:pt x="20535604" y="192489"/>
                    <a:pt x="20540652" y="174677"/>
                    <a:pt x="20528840" y="172677"/>
                  </a:cubicBezTo>
                  <a:cubicBezTo>
                    <a:pt x="19033320" y="-73830"/>
                    <a:pt x="17477222" y="-78116"/>
                    <a:pt x="16003037" y="302026"/>
                  </a:cubicBezTo>
                  <a:cubicBezTo>
                    <a:pt x="15298187" y="483954"/>
                    <a:pt x="14595337" y="751892"/>
                    <a:pt x="13975164" y="1137750"/>
                  </a:cubicBezTo>
                  <a:cubicBezTo>
                    <a:pt x="13446622" y="1466553"/>
                    <a:pt x="12993042" y="1905655"/>
                    <a:pt x="12549748" y="2338472"/>
                  </a:cubicBezTo>
                  <a:cubicBezTo>
                    <a:pt x="11644873" y="3221820"/>
                    <a:pt x="10676943" y="4315576"/>
                    <a:pt x="9335632" y="4433400"/>
                  </a:cubicBezTo>
                  <a:cubicBezTo>
                    <a:pt x="8562583" y="4501218"/>
                    <a:pt x="7800012" y="4279667"/>
                    <a:pt x="7078207" y="4028492"/>
                  </a:cubicBezTo>
                  <a:cubicBezTo>
                    <a:pt x="6332876" y="3769222"/>
                    <a:pt x="5601832" y="3467946"/>
                    <a:pt x="4826974" y="3304592"/>
                  </a:cubicBezTo>
                  <a:cubicBezTo>
                    <a:pt x="3420417" y="3008365"/>
                    <a:pt x="1860793" y="2807959"/>
                    <a:pt x="496813" y="3386507"/>
                  </a:cubicBezTo>
                  <a:cubicBezTo>
                    <a:pt x="326580" y="3459009"/>
                    <a:pt x="161590" y="3543254"/>
                    <a:pt x="3038" y="3638634"/>
                  </a:cubicBezTo>
                  <a:cubicBezTo>
                    <a:pt x="-814" y="3642217"/>
                    <a:pt x="-1032" y="3648244"/>
                    <a:pt x="2551" y="3652096"/>
                  </a:cubicBezTo>
                  <a:cubicBezTo>
                    <a:pt x="5099" y="3654836"/>
                    <a:pt x="9016" y="3655830"/>
                    <a:pt x="12563" y="3654636"/>
                  </a:cubicBezTo>
                  <a:close/>
                </a:path>
              </a:pathLst>
            </a:custGeom>
            <a:grpFill/>
            <a:ln w="9525" cap="flat">
              <a:noFill/>
              <a:prstDash val="solid"/>
              <a:miter/>
            </a:ln>
          </p:spPr>
          <p:txBody>
            <a:bodyPr rtlCol="0" anchor="ctr"/>
            <a:lstStyle/>
            <a:p>
              <a:pPr>
                <a:spcBef>
                  <a:spcPts val="1200"/>
                </a:spcBef>
              </a:pPr>
              <a:endParaRPr lang="en-US" dirty="0"/>
            </a:p>
          </p:txBody>
        </p:sp>
        <p:sp>
          <p:nvSpPr>
            <p:cNvPr id="45" name="Freeform 177">
              <a:extLst>
                <a:ext uri="{FF2B5EF4-FFF2-40B4-BE49-F238E27FC236}">
                  <a16:creationId xmlns:a16="http://schemas.microsoft.com/office/drawing/2014/main" id="{DBC18957-B54B-6539-0954-19B3DF6CC695}"/>
                </a:ext>
              </a:extLst>
            </p:cNvPr>
            <p:cNvSpPr/>
            <p:nvPr/>
          </p:nvSpPr>
          <p:spPr>
            <a:xfrm>
              <a:off x="-1041149" y="-781291"/>
              <a:ext cx="9315502" cy="2097015"/>
            </a:xfrm>
            <a:custGeom>
              <a:avLst/>
              <a:gdLst>
                <a:gd name="connsiteX0" fmla="*/ 12937 w 20536226"/>
                <a:gd name="connsiteY0" fmla="*/ 3668690 h 4622915"/>
                <a:gd name="connsiteX1" fmla="*/ 4571506 w 20536226"/>
                <a:gd name="connsiteY1" fmla="*/ 3285118 h 4622915"/>
                <a:gd name="connsiteX2" fmla="*/ 5686979 w 20536226"/>
                <a:gd name="connsiteY2" fmla="*/ 3579631 h 4622915"/>
                <a:gd name="connsiteX3" fmla="*/ 6771686 w 20536226"/>
                <a:gd name="connsiteY3" fmla="*/ 4004732 h 4622915"/>
                <a:gd name="connsiteX4" fmla="*/ 8919573 w 20536226"/>
                <a:gd name="connsiteY4" fmla="*/ 4617666 h 4622915"/>
                <a:gd name="connsiteX5" fmla="*/ 10658457 w 20536226"/>
                <a:gd name="connsiteY5" fmla="*/ 4138367 h 4622915"/>
                <a:gd name="connsiteX6" fmla="*/ 12058061 w 20536226"/>
                <a:gd name="connsiteY6" fmla="*/ 2886116 h 4622915"/>
                <a:gd name="connsiteX7" fmla="*/ 13427565 w 20536226"/>
                <a:gd name="connsiteY7" fmla="*/ 1512515 h 4622915"/>
                <a:gd name="connsiteX8" fmla="*/ 15259794 w 20536226"/>
                <a:gd name="connsiteY8" fmla="*/ 504389 h 4622915"/>
                <a:gd name="connsiteX9" fmla="*/ 19911042 w 20536226"/>
                <a:gd name="connsiteY9" fmla="*/ 115674 h 4622915"/>
                <a:gd name="connsiteX10" fmla="*/ 20525404 w 20536226"/>
                <a:gd name="connsiteY10" fmla="*/ 204352 h 4622915"/>
                <a:gd name="connsiteX11" fmla="*/ 20529976 w 20536226"/>
                <a:gd name="connsiteY11" fmla="*/ 187778 h 4622915"/>
                <a:gd name="connsiteX12" fmla="*/ 15896731 w 20536226"/>
                <a:gd name="connsiteY12" fmla="*/ 294077 h 4622915"/>
                <a:gd name="connsiteX13" fmla="*/ 13871907 w 20536226"/>
                <a:gd name="connsiteY13" fmla="*/ 1149232 h 4622915"/>
                <a:gd name="connsiteX14" fmla="*/ 12502307 w 20536226"/>
                <a:gd name="connsiteY14" fmla="*/ 2392340 h 4622915"/>
                <a:gd name="connsiteX15" fmla="*/ 11101465 w 20536226"/>
                <a:gd name="connsiteY15" fmla="*/ 3782990 h 4622915"/>
                <a:gd name="connsiteX16" fmla="*/ 9403539 w 20536226"/>
                <a:gd name="connsiteY16" fmla="*/ 4591567 h 4622915"/>
                <a:gd name="connsiteX17" fmla="*/ 7180023 w 20536226"/>
                <a:gd name="connsiteY17" fmla="*/ 4149607 h 4622915"/>
                <a:gd name="connsiteX18" fmla="*/ 4976128 w 20536226"/>
                <a:gd name="connsiteY18" fmla="*/ 3351983 h 4622915"/>
                <a:gd name="connsiteX19" fmla="*/ 513379 w 20536226"/>
                <a:gd name="connsiteY19" fmla="*/ 3395227 h 4622915"/>
                <a:gd name="connsiteX20" fmla="*/ 4269 w 20536226"/>
                <a:gd name="connsiteY20" fmla="*/ 3653831 h 4622915"/>
                <a:gd name="connsiteX21" fmla="*/ 1173 w 20536226"/>
                <a:gd name="connsiteY21" fmla="*/ 3665594 h 4622915"/>
                <a:gd name="connsiteX22" fmla="*/ 12937 w 20536226"/>
                <a:gd name="connsiteY22" fmla="*/ 3668690 h 462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536226" h="4622915">
                  <a:moveTo>
                    <a:pt x="12937" y="3668690"/>
                  </a:moveTo>
                  <a:cubicBezTo>
                    <a:pt x="1383393" y="2846777"/>
                    <a:pt x="3068175" y="2988890"/>
                    <a:pt x="4571506" y="3285118"/>
                  </a:cubicBezTo>
                  <a:cubicBezTo>
                    <a:pt x="4950792" y="3359889"/>
                    <a:pt x="5321695" y="3451805"/>
                    <a:pt x="5686979" y="3579631"/>
                  </a:cubicBezTo>
                  <a:cubicBezTo>
                    <a:pt x="6052263" y="3707456"/>
                    <a:pt x="6412117" y="3858142"/>
                    <a:pt x="6771686" y="4004732"/>
                  </a:cubicBezTo>
                  <a:cubicBezTo>
                    <a:pt x="7459010" y="4284957"/>
                    <a:pt x="8170432" y="4571850"/>
                    <a:pt x="8919573" y="4617666"/>
                  </a:cubicBezTo>
                  <a:cubicBezTo>
                    <a:pt x="9550319" y="4655766"/>
                    <a:pt x="10134773" y="4485554"/>
                    <a:pt x="10658457" y="4138367"/>
                  </a:cubicBezTo>
                  <a:cubicBezTo>
                    <a:pt x="11182142" y="3791181"/>
                    <a:pt x="11626674" y="3337791"/>
                    <a:pt x="12058061" y="2886116"/>
                  </a:cubicBezTo>
                  <a:cubicBezTo>
                    <a:pt x="12504212" y="2419391"/>
                    <a:pt x="12936456" y="1933616"/>
                    <a:pt x="13427565" y="1512515"/>
                  </a:cubicBezTo>
                  <a:cubicBezTo>
                    <a:pt x="13963918" y="1052363"/>
                    <a:pt x="14594759" y="736609"/>
                    <a:pt x="15259794" y="504389"/>
                  </a:cubicBezTo>
                  <a:cubicBezTo>
                    <a:pt x="16744361" y="-14057"/>
                    <a:pt x="18361040" y="-73302"/>
                    <a:pt x="19911042" y="115674"/>
                  </a:cubicBezTo>
                  <a:cubicBezTo>
                    <a:pt x="20116464" y="140756"/>
                    <a:pt x="20321252" y="170316"/>
                    <a:pt x="20525404" y="204352"/>
                  </a:cubicBezTo>
                  <a:cubicBezTo>
                    <a:pt x="20536264" y="206161"/>
                    <a:pt x="20540930" y="189588"/>
                    <a:pt x="20529976" y="187778"/>
                  </a:cubicBezTo>
                  <a:cubicBezTo>
                    <a:pt x="19001214" y="-64253"/>
                    <a:pt x="17405872" y="-94067"/>
                    <a:pt x="15896731" y="294077"/>
                  </a:cubicBezTo>
                  <a:cubicBezTo>
                    <a:pt x="15193786" y="475052"/>
                    <a:pt x="14477506" y="742514"/>
                    <a:pt x="13871907" y="1149232"/>
                  </a:cubicBezTo>
                  <a:cubicBezTo>
                    <a:pt x="13359557" y="1493561"/>
                    <a:pt x="12925693" y="1946950"/>
                    <a:pt x="12502307" y="2392340"/>
                  </a:cubicBezTo>
                  <a:cubicBezTo>
                    <a:pt x="12049298" y="2868590"/>
                    <a:pt x="11606957" y="3360270"/>
                    <a:pt x="11101465" y="3782990"/>
                  </a:cubicBezTo>
                  <a:cubicBezTo>
                    <a:pt x="10608832" y="4195517"/>
                    <a:pt x="10054191" y="4525940"/>
                    <a:pt x="9403539" y="4591567"/>
                  </a:cubicBezTo>
                  <a:cubicBezTo>
                    <a:pt x="8637633" y="4669291"/>
                    <a:pt x="7884301" y="4423927"/>
                    <a:pt x="7180023" y="4149607"/>
                  </a:cubicBezTo>
                  <a:cubicBezTo>
                    <a:pt x="6453170" y="3866714"/>
                    <a:pt x="5740033" y="3526672"/>
                    <a:pt x="4976128" y="3351983"/>
                  </a:cubicBezTo>
                  <a:cubicBezTo>
                    <a:pt x="3540711" y="3023942"/>
                    <a:pt x="1911841" y="2809058"/>
                    <a:pt x="513379" y="3395227"/>
                  </a:cubicBezTo>
                  <a:cubicBezTo>
                    <a:pt x="337702" y="3469126"/>
                    <a:pt x="167560" y="3555549"/>
                    <a:pt x="4269" y="3653831"/>
                  </a:cubicBezTo>
                  <a:cubicBezTo>
                    <a:pt x="165" y="3656224"/>
                    <a:pt x="-1221" y="3661491"/>
                    <a:pt x="1173" y="3665594"/>
                  </a:cubicBezTo>
                  <a:cubicBezTo>
                    <a:pt x="3567" y="3669697"/>
                    <a:pt x="8833" y="3671083"/>
                    <a:pt x="12937" y="3668690"/>
                  </a:cubicBezTo>
                  <a:close/>
                </a:path>
              </a:pathLst>
            </a:custGeom>
            <a:grpFill/>
            <a:ln w="9525" cap="flat">
              <a:noFill/>
              <a:prstDash val="solid"/>
              <a:miter/>
            </a:ln>
          </p:spPr>
          <p:txBody>
            <a:bodyPr rtlCol="0" anchor="ctr"/>
            <a:lstStyle/>
            <a:p>
              <a:pPr>
                <a:spcBef>
                  <a:spcPts val="1200"/>
                </a:spcBef>
              </a:pPr>
              <a:endParaRPr lang="en-US" dirty="0"/>
            </a:p>
          </p:txBody>
        </p:sp>
        <p:sp>
          <p:nvSpPr>
            <p:cNvPr id="46" name="Freeform 178">
              <a:extLst>
                <a:ext uri="{FF2B5EF4-FFF2-40B4-BE49-F238E27FC236}">
                  <a16:creationId xmlns:a16="http://schemas.microsoft.com/office/drawing/2014/main" id="{326FD1F4-C1E7-D3B4-E556-2A55DA320C68}"/>
                </a:ext>
              </a:extLst>
            </p:cNvPr>
            <p:cNvSpPr/>
            <p:nvPr/>
          </p:nvSpPr>
          <p:spPr>
            <a:xfrm>
              <a:off x="-1038754" y="-937733"/>
              <a:ext cx="9314703" cy="2170858"/>
            </a:xfrm>
            <a:custGeom>
              <a:avLst/>
              <a:gdLst>
                <a:gd name="connsiteX0" fmla="*/ 11466 w 20534463"/>
                <a:gd name="connsiteY0" fmla="*/ 3684481 h 4785702"/>
                <a:gd name="connsiteX1" fmla="*/ 4705005 w 20534463"/>
                <a:gd name="connsiteY1" fmla="*/ 3327866 h 4785702"/>
                <a:gd name="connsiteX2" fmla="*/ 6896516 w 20534463"/>
                <a:gd name="connsiteY2" fmla="*/ 4130252 h 4785702"/>
                <a:gd name="connsiteX3" fmla="*/ 8972109 w 20534463"/>
                <a:gd name="connsiteY3" fmla="*/ 4780238 h 4785702"/>
                <a:gd name="connsiteX4" fmla="*/ 10662130 w 20534463"/>
                <a:gd name="connsiteY4" fmla="*/ 4273222 h 4785702"/>
                <a:gd name="connsiteX5" fmla="*/ 12016775 w 20534463"/>
                <a:gd name="connsiteY5" fmla="*/ 2970011 h 4785702"/>
                <a:gd name="connsiteX6" fmla="*/ 13341512 w 20534463"/>
                <a:gd name="connsiteY6" fmla="*/ 1542690 h 4785702"/>
                <a:gd name="connsiteX7" fmla="*/ 14031598 w 20534463"/>
                <a:gd name="connsiteY7" fmla="*/ 1011671 h 4785702"/>
                <a:gd name="connsiteX8" fmla="*/ 15123259 w 20534463"/>
                <a:gd name="connsiteY8" fmla="*/ 506846 h 4785702"/>
                <a:gd name="connsiteX9" fmla="*/ 19912810 w 20534463"/>
                <a:gd name="connsiteY9" fmla="*/ 130323 h 4785702"/>
                <a:gd name="connsiteX10" fmla="*/ 20524506 w 20534463"/>
                <a:gd name="connsiteY10" fmla="*/ 220048 h 4785702"/>
                <a:gd name="connsiteX11" fmla="*/ 20528696 w 20534463"/>
                <a:gd name="connsiteY11" fmla="*/ 204808 h 4785702"/>
                <a:gd name="connsiteX12" fmla="*/ 15772102 w 20534463"/>
                <a:gd name="connsiteY12" fmla="*/ 291010 h 4785702"/>
                <a:gd name="connsiteX13" fmla="*/ 13767756 w 20534463"/>
                <a:gd name="connsiteY13" fmla="*/ 1167310 h 4785702"/>
                <a:gd name="connsiteX14" fmla="*/ 12434256 w 20534463"/>
                <a:gd name="connsiteY14" fmla="*/ 2472806 h 4785702"/>
                <a:gd name="connsiteX15" fmla="*/ 11078372 w 20534463"/>
                <a:gd name="connsiteY15" fmla="*/ 3915653 h 4785702"/>
                <a:gd name="connsiteX16" fmla="*/ 9449597 w 20534463"/>
                <a:gd name="connsiteY16" fmla="*/ 4753853 h 4785702"/>
                <a:gd name="connsiteX17" fmla="*/ 7242750 w 20534463"/>
                <a:gd name="connsiteY17" fmla="*/ 4266364 h 4785702"/>
                <a:gd name="connsiteX18" fmla="*/ 5112484 w 20534463"/>
                <a:gd name="connsiteY18" fmla="*/ 3402922 h 4785702"/>
                <a:gd name="connsiteX19" fmla="*/ 3945957 w 20534463"/>
                <a:gd name="connsiteY19" fmla="*/ 3174322 h 4785702"/>
                <a:gd name="connsiteX20" fmla="*/ 2774382 w 20534463"/>
                <a:gd name="connsiteY20" fmla="*/ 3057737 h 4785702"/>
                <a:gd name="connsiteX21" fmla="*/ 513051 w 20534463"/>
                <a:gd name="connsiteY21" fmla="*/ 3412067 h 4785702"/>
                <a:gd name="connsiteX22" fmla="*/ 3941 w 20534463"/>
                <a:gd name="connsiteY22" fmla="*/ 3670670 h 4785702"/>
                <a:gd name="connsiteX23" fmla="*/ 1083 w 20534463"/>
                <a:gd name="connsiteY23" fmla="*/ 3681529 h 4785702"/>
                <a:gd name="connsiteX24" fmla="*/ 11941 w 20534463"/>
                <a:gd name="connsiteY24" fmla="*/ 3684386 h 478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4463" h="4785702">
                  <a:moveTo>
                    <a:pt x="11466" y="3684481"/>
                  </a:moveTo>
                  <a:cubicBezTo>
                    <a:pt x="1422784" y="2837995"/>
                    <a:pt x="3163002" y="3012302"/>
                    <a:pt x="4705005" y="3327866"/>
                  </a:cubicBezTo>
                  <a:cubicBezTo>
                    <a:pt x="5478339" y="3486076"/>
                    <a:pt x="6181380" y="3806687"/>
                    <a:pt x="6896516" y="4130252"/>
                  </a:cubicBezTo>
                  <a:cubicBezTo>
                    <a:pt x="7554313" y="4427718"/>
                    <a:pt x="8242113" y="4732613"/>
                    <a:pt x="8972109" y="4780238"/>
                  </a:cubicBezTo>
                  <a:cubicBezTo>
                    <a:pt x="9594949" y="4820814"/>
                    <a:pt x="10159400" y="4633838"/>
                    <a:pt x="10662130" y="4273222"/>
                  </a:cubicBezTo>
                  <a:cubicBezTo>
                    <a:pt x="11172384" y="3907367"/>
                    <a:pt x="11601676" y="3436736"/>
                    <a:pt x="12016775" y="2970011"/>
                  </a:cubicBezTo>
                  <a:cubicBezTo>
                    <a:pt x="12448067" y="2485665"/>
                    <a:pt x="12864500" y="1983793"/>
                    <a:pt x="13341512" y="1542690"/>
                  </a:cubicBezTo>
                  <a:cubicBezTo>
                    <a:pt x="13554301" y="1345523"/>
                    <a:pt x="13781281" y="1159880"/>
                    <a:pt x="14031598" y="1011671"/>
                  </a:cubicBezTo>
                  <a:cubicBezTo>
                    <a:pt x="14376404" y="807360"/>
                    <a:pt x="14746450" y="642196"/>
                    <a:pt x="15123259" y="506846"/>
                  </a:cubicBezTo>
                  <a:cubicBezTo>
                    <a:pt x="16648497" y="-40175"/>
                    <a:pt x="18320134" y="-71321"/>
                    <a:pt x="19912810" y="130323"/>
                  </a:cubicBezTo>
                  <a:cubicBezTo>
                    <a:pt x="20117216" y="156104"/>
                    <a:pt x="20321116" y="186012"/>
                    <a:pt x="20524506" y="220048"/>
                  </a:cubicBezTo>
                  <a:cubicBezTo>
                    <a:pt x="20534506" y="221763"/>
                    <a:pt x="20538794" y="206428"/>
                    <a:pt x="20528696" y="204808"/>
                  </a:cubicBezTo>
                  <a:cubicBezTo>
                    <a:pt x="18961262" y="-54367"/>
                    <a:pt x="17321152" y="-110564"/>
                    <a:pt x="15772102" y="291010"/>
                  </a:cubicBezTo>
                  <a:cubicBezTo>
                    <a:pt x="15075348" y="471985"/>
                    <a:pt x="14352877" y="740018"/>
                    <a:pt x="13767756" y="1167310"/>
                  </a:cubicBezTo>
                  <a:cubicBezTo>
                    <a:pt x="13264741" y="1534498"/>
                    <a:pt x="12845546" y="2008748"/>
                    <a:pt x="12434256" y="2472806"/>
                  </a:cubicBezTo>
                  <a:cubicBezTo>
                    <a:pt x="11997630" y="2966678"/>
                    <a:pt x="11570243" y="3474551"/>
                    <a:pt x="11078372" y="3915653"/>
                  </a:cubicBezTo>
                  <a:cubicBezTo>
                    <a:pt x="10613171" y="4332848"/>
                    <a:pt x="10083010" y="4681749"/>
                    <a:pt x="9449597" y="4753853"/>
                  </a:cubicBezTo>
                  <a:cubicBezTo>
                    <a:pt x="8683978" y="4841198"/>
                    <a:pt x="7933408" y="4566020"/>
                    <a:pt x="7242750" y="4266364"/>
                  </a:cubicBezTo>
                  <a:cubicBezTo>
                    <a:pt x="6541044" y="3961564"/>
                    <a:pt x="5855434" y="3599614"/>
                    <a:pt x="5112484" y="3402922"/>
                  </a:cubicBezTo>
                  <a:cubicBezTo>
                    <a:pt x="4730531" y="3301767"/>
                    <a:pt x="4336196" y="3234139"/>
                    <a:pt x="3945957" y="3174322"/>
                  </a:cubicBezTo>
                  <a:cubicBezTo>
                    <a:pt x="3557909" y="3114601"/>
                    <a:pt x="3166908" y="3071929"/>
                    <a:pt x="2774382" y="3057737"/>
                  </a:cubicBezTo>
                  <a:cubicBezTo>
                    <a:pt x="2007715" y="3030209"/>
                    <a:pt x="1225617" y="3113553"/>
                    <a:pt x="513051" y="3412067"/>
                  </a:cubicBezTo>
                  <a:cubicBezTo>
                    <a:pt x="337392" y="3486004"/>
                    <a:pt x="167253" y="3572426"/>
                    <a:pt x="3941" y="3670670"/>
                  </a:cubicBezTo>
                  <a:cubicBezTo>
                    <a:pt x="153" y="3672880"/>
                    <a:pt x="-1126" y="3677741"/>
                    <a:pt x="1083" y="3681529"/>
                  </a:cubicBezTo>
                  <a:cubicBezTo>
                    <a:pt x="3292" y="3685317"/>
                    <a:pt x="8153" y="3686596"/>
                    <a:pt x="11941" y="3684386"/>
                  </a:cubicBezTo>
                  <a:close/>
                </a:path>
              </a:pathLst>
            </a:custGeom>
            <a:grpFill/>
            <a:ln w="9525" cap="flat">
              <a:noFill/>
              <a:prstDash val="solid"/>
              <a:miter/>
            </a:ln>
          </p:spPr>
          <p:txBody>
            <a:bodyPr rtlCol="0" anchor="ctr"/>
            <a:lstStyle/>
            <a:p>
              <a:pPr>
                <a:spcBef>
                  <a:spcPts val="1200"/>
                </a:spcBef>
              </a:pPr>
              <a:endParaRPr lang="en-US" dirty="0"/>
            </a:p>
          </p:txBody>
        </p:sp>
        <p:sp>
          <p:nvSpPr>
            <p:cNvPr id="47" name="Freeform 179">
              <a:extLst>
                <a:ext uri="{FF2B5EF4-FFF2-40B4-BE49-F238E27FC236}">
                  <a16:creationId xmlns:a16="http://schemas.microsoft.com/office/drawing/2014/main" id="{A47FE388-EB17-9CF0-0B92-B83E29533CC4}"/>
                </a:ext>
              </a:extLst>
            </p:cNvPr>
            <p:cNvSpPr/>
            <p:nvPr/>
          </p:nvSpPr>
          <p:spPr>
            <a:xfrm>
              <a:off x="-1036791" y="-1094922"/>
              <a:ext cx="9314385" cy="2245946"/>
            </a:xfrm>
            <a:custGeom>
              <a:avLst/>
              <a:gdLst>
                <a:gd name="connsiteX0" fmla="*/ 11042 w 20533762"/>
                <a:gd name="connsiteY0" fmla="*/ 3701920 h 4951237"/>
                <a:gd name="connsiteX1" fmla="*/ 4872698 w 20533762"/>
                <a:gd name="connsiteY1" fmla="*/ 3379880 h 4951237"/>
                <a:gd name="connsiteX2" fmla="*/ 6999630 w 20533762"/>
                <a:gd name="connsiteY2" fmla="*/ 4257894 h 4951237"/>
                <a:gd name="connsiteX3" fmla="*/ 9038742 w 20533762"/>
                <a:gd name="connsiteY3" fmla="*/ 4946933 h 4951237"/>
                <a:gd name="connsiteX4" fmla="*/ 10660945 w 20533762"/>
                <a:gd name="connsiteY4" fmla="*/ 4412200 h 4951237"/>
                <a:gd name="connsiteX5" fmla="*/ 11978919 w 20533762"/>
                <a:gd name="connsiteY5" fmla="*/ 3056030 h 4951237"/>
                <a:gd name="connsiteX6" fmla="*/ 13267556 w 20533762"/>
                <a:gd name="connsiteY6" fmla="*/ 1571178 h 4951237"/>
                <a:gd name="connsiteX7" fmla="*/ 13941259 w 20533762"/>
                <a:gd name="connsiteY7" fmla="*/ 1012917 h 4951237"/>
                <a:gd name="connsiteX8" fmla="*/ 15000058 w 20533762"/>
                <a:gd name="connsiteY8" fmla="*/ 506854 h 4951237"/>
                <a:gd name="connsiteX9" fmla="*/ 19884478 w 20533762"/>
                <a:gd name="connsiteY9" fmla="*/ 142523 h 4951237"/>
                <a:gd name="connsiteX10" fmla="*/ 20524558 w 20533762"/>
                <a:gd name="connsiteY10" fmla="*/ 237773 h 4951237"/>
                <a:gd name="connsiteX11" fmla="*/ 20528368 w 20533762"/>
                <a:gd name="connsiteY11" fmla="*/ 223676 h 4951237"/>
                <a:gd name="connsiteX12" fmla="*/ 15640710 w 20533762"/>
                <a:gd name="connsiteY12" fmla="*/ 290351 h 4951237"/>
                <a:gd name="connsiteX13" fmla="*/ 13683799 w 20533762"/>
                <a:gd name="connsiteY13" fmla="*/ 1179033 h 4951237"/>
                <a:gd name="connsiteX14" fmla="*/ 12380874 w 20533762"/>
                <a:gd name="connsiteY14" fmla="*/ 2547109 h 4951237"/>
                <a:gd name="connsiteX15" fmla="*/ 11070234 w 20533762"/>
                <a:gd name="connsiteY15" fmla="*/ 4037105 h 4951237"/>
                <a:gd name="connsiteX16" fmla="*/ 9533661 w 20533762"/>
                <a:gd name="connsiteY16" fmla="*/ 4912643 h 4951237"/>
                <a:gd name="connsiteX17" fmla="*/ 7340625 w 20533762"/>
                <a:gd name="connsiteY17" fmla="*/ 4408580 h 4951237"/>
                <a:gd name="connsiteX18" fmla="*/ 5264175 w 20533762"/>
                <a:gd name="connsiteY18" fmla="*/ 3467129 h 4951237"/>
                <a:gd name="connsiteX19" fmla="*/ 4081932 w 20533762"/>
                <a:gd name="connsiteY19" fmla="*/ 3214716 h 4951237"/>
                <a:gd name="connsiteX20" fmla="*/ 2859589 w 20533762"/>
                <a:gd name="connsiteY20" fmla="*/ 3079938 h 4951237"/>
                <a:gd name="connsiteX21" fmla="*/ 514438 w 20533762"/>
                <a:gd name="connsiteY21" fmla="*/ 3429886 h 4951237"/>
                <a:gd name="connsiteX22" fmla="*/ 3612 w 20533762"/>
                <a:gd name="connsiteY22" fmla="*/ 3689252 h 4951237"/>
                <a:gd name="connsiteX23" fmla="*/ 993 w 20533762"/>
                <a:gd name="connsiteY23" fmla="*/ 3699206 h 4951237"/>
                <a:gd name="connsiteX24" fmla="*/ 10947 w 20533762"/>
                <a:gd name="connsiteY24" fmla="*/ 3701825 h 495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533762" h="4951237">
                  <a:moveTo>
                    <a:pt x="11042" y="3701920"/>
                  </a:moveTo>
                  <a:cubicBezTo>
                    <a:pt x="1472273" y="2825239"/>
                    <a:pt x="3282880" y="3040504"/>
                    <a:pt x="4872698" y="3379880"/>
                  </a:cubicBezTo>
                  <a:cubicBezTo>
                    <a:pt x="5628697" y="3541805"/>
                    <a:pt x="6313354" y="3916423"/>
                    <a:pt x="6999630" y="4257894"/>
                  </a:cubicBezTo>
                  <a:cubicBezTo>
                    <a:pt x="7638377" y="4575839"/>
                    <a:pt x="8314938" y="4902642"/>
                    <a:pt x="9038742" y="4946933"/>
                  </a:cubicBezTo>
                  <a:cubicBezTo>
                    <a:pt x="9646342" y="4984081"/>
                    <a:pt x="10184790" y="4778721"/>
                    <a:pt x="10660945" y="4412200"/>
                  </a:cubicBezTo>
                  <a:cubicBezTo>
                    <a:pt x="11160912" y="4027580"/>
                    <a:pt x="11576202" y="3538757"/>
                    <a:pt x="11978919" y="3056030"/>
                  </a:cubicBezTo>
                  <a:cubicBezTo>
                    <a:pt x="12398019" y="2553205"/>
                    <a:pt x="12802260" y="2033235"/>
                    <a:pt x="13267556" y="1571178"/>
                  </a:cubicBezTo>
                  <a:cubicBezTo>
                    <a:pt x="13474439" y="1365628"/>
                    <a:pt x="13695133" y="1170080"/>
                    <a:pt x="13941259" y="1012917"/>
                  </a:cubicBezTo>
                  <a:cubicBezTo>
                    <a:pt x="14269396" y="802796"/>
                    <a:pt x="14635156" y="641442"/>
                    <a:pt x="15000058" y="506854"/>
                  </a:cubicBezTo>
                  <a:cubicBezTo>
                    <a:pt x="16552633" y="-63884"/>
                    <a:pt x="18263134" y="-67503"/>
                    <a:pt x="19884478" y="142523"/>
                  </a:cubicBezTo>
                  <a:cubicBezTo>
                    <a:pt x="20098410" y="170209"/>
                    <a:pt x="20311770" y="201959"/>
                    <a:pt x="20524558" y="237773"/>
                  </a:cubicBezTo>
                  <a:cubicBezTo>
                    <a:pt x="20534084" y="239297"/>
                    <a:pt x="20537608" y="225200"/>
                    <a:pt x="20528368" y="223676"/>
                  </a:cubicBezTo>
                  <a:cubicBezTo>
                    <a:pt x="18919978" y="-42453"/>
                    <a:pt x="17231290" y="-128749"/>
                    <a:pt x="15640710" y="290351"/>
                  </a:cubicBezTo>
                  <a:cubicBezTo>
                    <a:pt x="14957196" y="470469"/>
                    <a:pt x="14244440" y="738026"/>
                    <a:pt x="13683799" y="1179033"/>
                  </a:cubicBezTo>
                  <a:cubicBezTo>
                    <a:pt x="13188499" y="1568606"/>
                    <a:pt x="12781019" y="2064096"/>
                    <a:pt x="12380874" y="2547109"/>
                  </a:cubicBezTo>
                  <a:cubicBezTo>
                    <a:pt x="11959298" y="3056030"/>
                    <a:pt x="11547341" y="3578095"/>
                    <a:pt x="11070234" y="4037105"/>
                  </a:cubicBezTo>
                  <a:cubicBezTo>
                    <a:pt x="10639133" y="4451728"/>
                    <a:pt x="10140023" y="4822536"/>
                    <a:pt x="9533661" y="4912643"/>
                  </a:cubicBezTo>
                  <a:cubicBezTo>
                    <a:pt x="8769185" y="5026371"/>
                    <a:pt x="8018424" y="4730334"/>
                    <a:pt x="7340625" y="4408580"/>
                  </a:cubicBezTo>
                  <a:cubicBezTo>
                    <a:pt x="6654825" y="4083301"/>
                    <a:pt x="5991885" y="3694205"/>
                    <a:pt x="5264175" y="3467129"/>
                  </a:cubicBezTo>
                  <a:cubicBezTo>
                    <a:pt x="4880699" y="3347495"/>
                    <a:pt x="4477791" y="3279867"/>
                    <a:pt x="4081932" y="3214716"/>
                  </a:cubicBezTo>
                  <a:cubicBezTo>
                    <a:pt x="3677310" y="3148041"/>
                    <a:pt x="3269354" y="3099083"/>
                    <a:pt x="2859589" y="3079938"/>
                  </a:cubicBezTo>
                  <a:cubicBezTo>
                    <a:pt x="2065871" y="3043076"/>
                    <a:pt x="1253007" y="3120609"/>
                    <a:pt x="514438" y="3429886"/>
                  </a:cubicBezTo>
                  <a:cubicBezTo>
                    <a:pt x="338164" y="3503980"/>
                    <a:pt x="167448" y="3590659"/>
                    <a:pt x="3612" y="3689252"/>
                  </a:cubicBezTo>
                  <a:cubicBezTo>
                    <a:pt x="140" y="3691277"/>
                    <a:pt x="-1033" y="3695734"/>
                    <a:pt x="993" y="3699206"/>
                  </a:cubicBezTo>
                  <a:cubicBezTo>
                    <a:pt x="3018" y="3702678"/>
                    <a:pt x="7475" y="3703851"/>
                    <a:pt x="10947" y="3701825"/>
                  </a:cubicBezTo>
                  <a:close/>
                </a:path>
              </a:pathLst>
            </a:custGeom>
            <a:grpFill/>
            <a:ln w="9525" cap="flat">
              <a:noFill/>
              <a:prstDash val="solid"/>
              <a:miter/>
            </a:ln>
          </p:spPr>
          <p:txBody>
            <a:bodyPr rtlCol="0" anchor="ctr"/>
            <a:lstStyle/>
            <a:p>
              <a:pPr>
                <a:spcBef>
                  <a:spcPts val="1200"/>
                </a:spcBef>
              </a:pPr>
              <a:endParaRPr lang="en-US" dirty="0"/>
            </a:p>
          </p:txBody>
        </p:sp>
        <p:sp>
          <p:nvSpPr>
            <p:cNvPr id="48" name="Freeform 180">
              <a:extLst>
                <a:ext uri="{FF2B5EF4-FFF2-40B4-BE49-F238E27FC236}">
                  <a16:creationId xmlns:a16="http://schemas.microsoft.com/office/drawing/2014/main" id="{94F3E343-1AF8-9894-624F-94621BE56083}"/>
                </a:ext>
              </a:extLst>
            </p:cNvPr>
            <p:cNvSpPr/>
            <p:nvPr/>
          </p:nvSpPr>
          <p:spPr>
            <a:xfrm>
              <a:off x="-1034224" y="-1253208"/>
              <a:ext cx="9313468" cy="2322773"/>
            </a:xfrm>
            <a:custGeom>
              <a:avLst/>
              <a:gdLst>
                <a:gd name="connsiteX0" fmla="*/ 9289 w 20531742"/>
                <a:gd name="connsiteY0" fmla="*/ 3721775 h 5120603"/>
                <a:gd name="connsiteX1" fmla="*/ 2447117 w 20531742"/>
                <a:gd name="connsiteY1" fmla="*/ 3105984 h 5120603"/>
                <a:gd name="connsiteX2" fmla="*/ 4989054 w 20531742"/>
                <a:gd name="connsiteY2" fmla="*/ 3426405 h 5120603"/>
                <a:gd name="connsiteX3" fmla="*/ 7075601 w 20531742"/>
                <a:gd name="connsiteY3" fmla="*/ 4385382 h 5120603"/>
                <a:gd name="connsiteX4" fmla="*/ 9067564 w 20531742"/>
                <a:gd name="connsiteY4" fmla="*/ 5116045 h 5120603"/>
                <a:gd name="connsiteX5" fmla="*/ 10633188 w 20531742"/>
                <a:gd name="connsiteY5" fmla="*/ 4572453 h 5120603"/>
                <a:gd name="connsiteX6" fmla="*/ 11933541 w 20531742"/>
                <a:gd name="connsiteY6" fmla="*/ 3155323 h 5120603"/>
                <a:gd name="connsiteX7" fmla="*/ 13186841 w 20531742"/>
                <a:gd name="connsiteY7" fmla="*/ 1614178 h 5120603"/>
                <a:gd name="connsiteX8" fmla="*/ 13839970 w 20531742"/>
                <a:gd name="connsiteY8" fmla="*/ 1027629 h 5120603"/>
                <a:gd name="connsiteX9" fmla="*/ 14850953 w 20531742"/>
                <a:gd name="connsiteY9" fmla="*/ 518898 h 5120603"/>
                <a:gd name="connsiteX10" fmla="*/ 19918254 w 20531742"/>
                <a:gd name="connsiteY10" fmla="*/ 165711 h 5120603"/>
                <a:gd name="connsiteX11" fmla="*/ 20523472 w 20531742"/>
                <a:gd name="connsiteY11" fmla="*/ 257532 h 5120603"/>
                <a:gd name="connsiteX12" fmla="*/ 20526900 w 20531742"/>
                <a:gd name="connsiteY12" fmla="*/ 244769 h 5120603"/>
                <a:gd name="connsiteX13" fmla="*/ 15518084 w 20531742"/>
                <a:gd name="connsiteY13" fmla="*/ 288870 h 5120603"/>
                <a:gd name="connsiteX14" fmla="*/ 13588700 w 20531742"/>
                <a:gd name="connsiteY14" fmla="*/ 1207175 h 5120603"/>
                <a:gd name="connsiteX15" fmla="*/ 12322923 w 20531742"/>
                <a:gd name="connsiteY15" fmla="*/ 2633448 h 5120603"/>
                <a:gd name="connsiteX16" fmla="*/ 11038382 w 20531742"/>
                <a:gd name="connsiteY16" fmla="*/ 4182595 h 5120603"/>
                <a:gd name="connsiteX17" fmla="*/ 9553339 w 20531742"/>
                <a:gd name="connsiteY17" fmla="*/ 5081373 h 5120603"/>
                <a:gd name="connsiteX18" fmla="*/ 7412881 w 20531742"/>
                <a:gd name="connsiteY18" fmla="*/ 4549783 h 5120603"/>
                <a:gd name="connsiteX19" fmla="*/ 5372340 w 20531742"/>
                <a:gd name="connsiteY19" fmla="*/ 3527846 h 5120603"/>
                <a:gd name="connsiteX20" fmla="*/ 4199622 w 20531742"/>
                <a:gd name="connsiteY20" fmla="*/ 3255812 h 5120603"/>
                <a:gd name="connsiteX21" fmla="*/ 2961372 w 20531742"/>
                <a:gd name="connsiteY21" fmla="*/ 3106269 h 5120603"/>
                <a:gd name="connsiteX22" fmla="*/ 528687 w 20531742"/>
                <a:gd name="connsiteY22" fmla="*/ 3444407 h 5120603"/>
                <a:gd name="connsiteX23" fmla="*/ 2622 w 20531742"/>
                <a:gd name="connsiteY23" fmla="*/ 3710059 h 5120603"/>
                <a:gd name="connsiteX24" fmla="*/ 1368 w 20531742"/>
                <a:gd name="connsiteY24" fmla="*/ 3719405 h 5120603"/>
                <a:gd name="connsiteX25" fmla="*/ 9289 w 20531742"/>
                <a:gd name="connsiteY25" fmla="*/ 3721489 h 512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531742" h="5120603">
                  <a:moveTo>
                    <a:pt x="9289" y="3721775"/>
                  </a:moveTo>
                  <a:cubicBezTo>
                    <a:pt x="745286" y="3280386"/>
                    <a:pt x="1596630" y="3112175"/>
                    <a:pt x="2447117" y="3105984"/>
                  </a:cubicBezTo>
                  <a:cubicBezTo>
                    <a:pt x="3297604" y="3099792"/>
                    <a:pt x="4164475" y="3225903"/>
                    <a:pt x="4989054" y="3426405"/>
                  </a:cubicBezTo>
                  <a:cubicBezTo>
                    <a:pt x="5736671" y="3608237"/>
                    <a:pt x="6406374" y="4021336"/>
                    <a:pt x="7075601" y="4385382"/>
                  </a:cubicBezTo>
                  <a:cubicBezTo>
                    <a:pt x="7692344" y="4720948"/>
                    <a:pt x="8353189" y="5068896"/>
                    <a:pt x="9067564" y="5116045"/>
                  </a:cubicBezTo>
                  <a:cubicBezTo>
                    <a:pt x="9660686" y="5155097"/>
                    <a:pt x="10178750" y="4940689"/>
                    <a:pt x="10633188" y="4572453"/>
                  </a:cubicBezTo>
                  <a:cubicBezTo>
                    <a:pt x="11131917" y="4168307"/>
                    <a:pt x="11539206" y="3658053"/>
                    <a:pt x="11933541" y="3155323"/>
                  </a:cubicBezTo>
                  <a:cubicBezTo>
                    <a:pt x="12341973" y="2634877"/>
                    <a:pt x="12733641" y="2098048"/>
                    <a:pt x="13186841" y="1614178"/>
                  </a:cubicBezTo>
                  <a:cubicBezTo>
                    <a:pt x="13386866" y="1400723"/>
                    <a:pt x="13600225" y="1196221"/>
                    <a:pt x="13839970" y="1027629"/>
                  </a:cubicBezTo>
                  <a:cubicBezTo>
                    <a:pt x="14147056" y="811697"/>
                    <a:pt x="14501767" y="652725"/>
                    <a:pt x="14850953" y="518898"/>
                  </a:cubicBezTo>
                  <a:cubicBezTo>
                    <a:pt x="16454487" y="-96703"/>
                    <a:pt x="18240996" y="-62603"/>
                    <a:pt x="19918254" y="165711"/>
                  </a:cubicBezTo>
                  <a:cubicBezTo>
                    <a:pt x="20120374" y="193207"/>
                    <a:pt x="20322114" y="223814"/>
                    <a:pt x="20523472" y="257532"/>
                  </a:cubicBezTo>
                  <a:cubicBezTo>
                    <a:pt x="20531758" y="258866"/>
                    <a:pt x="20535378" y="246198"/>
                    <a:pt x="20526900" y="244769"/>
                  </a:cubicBezTo>
                  <a:cubicBezTo>
                    <a:pt x="18880982" y="-28027"/>
                    <a:pt x="17147146" y="-147852"/>
                    <a:pt x="15518084" y="288870"/>
                  </a:cubicBezTo>
                  <a:cubicBezTo>
                    <a:pt x="14837047" y="471273"/>
                    <a:pt x="14130292" y="743784"/>
                    <a:pt x="13588700" y="1207175"/>
                  </a:cubicBezTo>
                  <a:cubicBezTo>
                    <a:pt x="13105497" y="1620560"/>
                    <a:pt x="12711733" y="2133576"/>
                    <a:pt x="12322923" y="2633448"/>
                  </a:cubicBezTo>
                  <a:cubicBezTo>
                    <a:pt x="11911348" y="3162086"/>
                    <a:pt x="11509012" y="3703677"/>
                    <a:pt x="11038382" y="4182595"/>
                  </a:cubicBezTo>
                  <a:cubicBezTo>
                    <a:pt x="10628521" y="4599599"/>
                    <a:pt x="10146746" y="4986790"/>
                    <a:pt x="9553339" y="5081373"/>
                  </a:cubicBezTo>
                  <a:cubicBezTo>
                    <a:pt x="8801435" y="5201484"/>
                    <a:pt x="8066391" y="4887349"/>
                    <a:pt x="7412881" y="4549783"/>
                  </a:cubicBezTo>
                  <a:cubicBezTo>
                    <a:pt x="6738035" y="4201168"/>
                    <a:pt x="6091192" y="3783402"/>
                    <a:pt x="5372340" y="3527846"/>
                  </a:cubicBezTo>
                  <a:cubicBezTo>
                    <a:pt x="4994007" y="3393448"/>
                    <a:pt x="4594243" y="3324106"/>
                    <a:pt x="4199622" y="3255812"/>
                  </a:cubicBezTo>
                  <a:cubicBezTo>
                    <a:pt x="3790047" y="3184851"/>
                    <a:pt x="3376567" y="3130749"/>
                    <a:pt x="2961372" y="3106269"/>
                  </a:cubicBezTo>
                  <a:cubicBezTo>
                    <a:pt x="2139936" y="3057978"/>
                    <a:pt x="1295450" y="3126939"/>
                    <a:pt x="528687" y="3444407"/>
                  </a:cubicBezTo>
                  <a:cubicBezTo>
                    <a:pt x="347007" y="3519832"/>
                    <a:pt x="171168" y="3608626"/>
                    <a:pt x="2622" y="3710059"/>
                  </a:cubicBezTo>
                  <a:cubicBezTo>
                    <a:pt x="-305" y="3712294"/>
                    <a:pt x="-866" y="3716478"/>
                    <a:pt x="1368" y="3719405"/>
                  </a:cubicBezTo>
                  <a:cubicBezTo>
                    <a:pt x="3221" y="3721830"/>
                    <a:pt x="6483" y="3722689"/>
                    <a:pt x="9289" y="3721489"/>
                  </a:cubicBezTo>
                  <a:close/>
                </a:path>
              </a:pathLst>
            </a:custGeom>
            <a:grpFill/>
            <a:ln w="9525" cap="flat">
              <a:noFill/>
              <a:prstDash val="solid"/>
              <a:miter/>
            </a:ln>
          </p:spPr>
          <p:txBody>
            <a:bodyPr rtlCol="0" anchor="ctr"/>
            <a:lstStyle/>
            <a:p>
              <a:pPr>
                <a:spcBef>
                  <a:spcPts val="1200"/>
                </a:spcBef>
              </a:pPr>
              <a:endParaRPr lang="en-US" dirty="0"/>
            </a:p>
          </p:txBody>
        </p:sp>
      </p:grpSp>
      <p:grpSp>
        <p:nvGrpSpPr>
          <p:cNvPr id="3" name="Gruppieren 2">
            <a:extLst>
              <a:ext uri="{FF2B5EF4-FFF2-40B4-BE49-F238E27FC236}">
                <a16:creationId xmlns:a16="http://schemas.microsoft.com/office/drawing/2014/main" id="{D9D9637A-D1D2-3329-9330-EAA77FFF1E33}"/>
              </a:ext>
            </a:extLst>
          </p:cNvPr>
          <p:cNvGrpSpPr>
            <a:grpSpLocks noChangeAspect="1"/>
          </p:cNvGrpSpPr>
          <p:nvPr/>
        </p:nvGrpSpPr>
        <p:grpSpPr>
          <a:xfrm>
            <a:off x="9154480" y="3748568"/>
            <a:ext cx="2880000" cy="2880000"/>
            <a:chOff x="1396923" y="779725"/>
            <a:chExt cx="4680000" cy="4680000"/>
          </a:xfrm>
        </p:grpSpPr>
        <p:grpSp>
          <p:nvGrpSpPr>
            <p:cNvPr id="4" name="Group 20">
              <a:extLst>
                <a:ext uri="{FF2B5EF4-FFF2-40B4-BE49-F238E27FC236}">
                  <a16:creationId xmlns:a16="http://schemas.microsoft.com/office/drawing/2014/main" id="{F67FA7D6-E27F-F5DF-B626-10766ECFDCDD}"/>
                </a:ext>
              </a:extLst>
            </p:cNvPr>
            <p:cNvGrpSpPr/>
            <p:nvPr/>
          </p:nvGrpSpPr>
          <p:grpSpPr>
            <a:xfrm>
              <a:off x="1396923" y="779725"/>
              <a:ext cx="4680000" cy="4680000"/>
              <a:chOff x="5743302" y="441234"/>
              <a:chExt cx="5975532" cy="5975532"/>
            </a:xfrm>
          </p:grpSpPr>
          <p:sp>
            <p:nvSpPr>
              <p:cNvPr id="6" name="Oval 2">
                <a:extLst>
                  <a:ext uri="{FF2B5EF4-FFF2-40B4-BE49-F238E27FC236}">
                    <a16:creationId xmlns:a16="http://schemas.microsoft.com/office/drawing/2014/main" id="{7D5A4D39-4141-4846-8BD5-540D2CA6FD38}"/>
                  </a:ext>
                </a:extLst>
              </p:cNvPr>
              <p:cNvSpPr>
                <a:spLocks noChangeAspect="1"/>
              </p:cNvSpPr>
              <p:nvPr/>
            </p:nvSpPr>
            <p:spPr>
              <a:xfrm>
                <a:off x="5743302" y="441234"/>
                <a:ext cx="5975532" cy="5975532"/>
              </a:xfrm>
              <a:prstGeom prst="ellipse">
                <a:avLst/>
              </a:prstGeom>
              <a:solidFill>
                <a:schemeClr val="bg1"/>
              </a:solidFill>
              <a:ln>
                <a:noFill/>
              </a:ln>
              <a:effectLst>
                <a:outerShdw blurRad="1397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7" name="Oval 11">
                <a:extLst>
                  <a:ext uri="{FF2B5EF4-FFF2-40B4-BE49-F238E27FC236}">
                    <a16:creationId xmlns:a16="http://schemas.microsoft.com/office/drawing/2014/main" id="{A71DBBF9-B6C4-66A8-A5C5-CD1DF2A47545}"/>
                  </a:ext>
                </a:extLst>
              </p:cNvPr>
              <p:cNvSpPr/>
              <p:nvPr/>
            </p:nvSpPr>
            <p:spPr>
              <a:xfrm>
                <a:off x="5940243" y="638175"/>
                <a:ext cx="5581650" cy="5581650"/>
              </a:xfrm>
              <a:prstGeom prst="ellipse">
                <a:avLst/>
              </a:prstGeom>
              <a:noFill/>
              <a:ln w="28575">
                <a:solidFill>
                  <a:srgbClr val="ED80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grpSp>
        <p:pic>
          <p:nvPicPr>
            <p:cNvPr id="5" name="Grafik 4">
              <a:extLst>
                <a:ext uri="{FF2B5EF4-FFF2-40B4-BE49-F238E27FC236}">
                  <a16:creationId xmlns:a16="http://schemas.microsoft.com/office/drawing/2014/main" id="{DE9DB12D-82B8-3CBB-5EFB-83F17CB48174}"/>
                </a:ext>
              </a:extLst>
            </p:cNvPr>
            <p:cNvPicPr>
              <a:picLocks noChangeAspect="1"/>
            </p:cNvPicPr>
            <p:nvPr/>
          </p:nvPicPr>
          <p:blipFill>
            <a:blip r:embed="rId3"/>
            <a:stretch>
              <a:fillRect/>
            </a:stretch>
          </p:blipFill>
          <p:spPr>
            <a:xfrm>
              <a:off x="2388522" y="1266844"/>
              <a:ext cx="2770199" cy="3270201"/>
            </a:xfrm>
            <a:prstGeom prst="rect">
              <a:avLst/>
            </a:prstGeom>
          </p:spPr>
        </p:pic>
      </p:grpSp>
    </p:spTree>
    <p:extLst>
      <p:ext uri="{BB962C8B-B14F-4D97-AF65-F5344CB8AC3E}">
        <p14:creationId xmlns:p14="http://schemas.microsoft.com/office/powerpoint/2010/main" val="163351772"/>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95">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E2B25BC4B2F0894FA888E40246EFB75C" ma:contentTypeVersion="15" ma:contentTypeDescription="Ein neues Dokument erstellen." ma:contentTypeScope="" ma:versionID="d40213caaf6a1b8b72c4556df7df9ad7">
  <xsd:schema xmlns:xsd="http://www.w3.org/2001/XMLSchema" xmlns:xs="http://www.w3.org/2001/XMLSchema" xmlns:p="http://schemas.microsoft.com/office/2006/metadata/properties" xmlns:ns2="b597f22c-a1de-4aa3-aceb-50fa1a8d1eca" xmlns:ns3="981523d0-d1e5-4a42-a379-7bb96d374e7a" targetNamespace="http://schemas.microsoft.com/office/2006/metadata/properties" ma:root="true" ma:fieldsID="b2de166582fbc0f42a9c5ce25ee6b9cd" ns2:_="" ns3:_="">
    <xsd:import namespace="b597f22c-a1de-4aa3-aceb-50fa1a8d1eca"/>
    <xsd:import namespace="981523d0-d1e5-4a42-a379-7bb96d374e7a"/>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LengthInSeconds" minOccurs="0"/>
                <xsd:element ref="ns2:MediaServiceOCR" minOccurs="0"/>
                <xsd:element ref="ns2:MediaServiceLocation"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97f22c-a1de-4aa3-aceb-50fa1a8d1e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ildmarkierungen" ma:readOnly="false" ma:fieldId="{5cf76f15-5ced-4ddc-b409-7134ff3c332f}" ma:taxonomyMulti="true" ma:sspId="f3664d9a-13d8-486f-82d4-0a2c712f4518"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81523d0-d1e5-4a42-a379-7bb96d374e7a"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f0569c9e-c706-4be8-81ac-0b18972c496f}" ma:internalName="TaxCatchAll" ma:showField="CatchAllData" ma:web="981523d0-d1e5-4a42-a379-7bb96d374e7a">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597f22c-a1de-4aa3-aceb-50fa1a8d1eca">
      <Terms xmlns="http://schemas.microsoft.com/office/infopath/2007/PartnerControls"/>
    </lcf76f155ced4ddcb4097134ff3c332f>
    <TaxCatchAll xmlns="981523d0-d1e5-4a42-a379-7bb96d374e7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0E01E2-D2B4-4F78-9071-BEF7B0B002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597f22c-a1de-4aa3-aceb-50fa1a8d1eca"/>
    <ds:schemaRef ds:uri="981523d0-d1e5-4a42-a379-7bb96d374e7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714F487-6B50-4DF4-8969-3FEF24CF12DC}">
  <ds:schemaRefs>
    <ds:schemaRef ds:uri="http://schemas.openxmlformats.org/package/2006/metadata/core-properties"/>
    <ds:schemaRef ds:uri="http://purl.org/dc/elements/1.1/"/>
    <ds:schemaRef ds:uri="981523d0-d1e5-4a42-a379-7bb96d374e7a"/>
    <ds:schemaRef ds:uri="http://schemas.microsoft.com/office/infopath/2007/PartnerControls"/>
    <ds:schemaRef ds:uri="b597f22c-a1de-4aa3-aceb-50fa1a8d1eca"/>
    <ds:schemaRef ds:uri="http://schemas.microsoft.com/office/2006/documentManagement/types"/>
    <ds:schemaRef ds:uri="http://purl.org/dc/terms/"/>
    <ds:schemaRef ds:uri="http://www.w3.org/XML/1998/namespace"/>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4168CEF3-09A3-4165-9E29-51C0A23761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2390</Words>
  <Application>Microsoft Office PowerPoint</Application>
  <PresentationFormat>Breitbild</PresentationFormat>
  <Paragraphs>182</Paragraphs>
  <Slides>43</Slides>
  <Notes>43</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43</vt:i4>
      </vt:variant>
    </vt:vector>
  </HeadingPairs>
  <TitlesOfParts>
    <vt:vector size="47" baseType="lpstr">
      <vt:lpstr>Arial</vt:lpstr>
      <vt:lpstr>Calibri</vt:lpstr>
      <vt:lpstr>Montserrat</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Talha Raja</dc:creator>
  <cp:lastModifiedBy>Alexander Richter</cp:lastModifiedBy>
  <cp:revision>293</cp:revision>
  <dcterms:created xsi:type="dcterms:W3CDTF">2024-01-23T12:18:07Z</dcterms:created>
  <dcterms:modified xsi:type="dcterms:W3CDTF">2024-10-11T19:03:17Z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0x010100E2B25BC4B2F0894FA888E40246EFB75C</vt:lpwstr>
  </property>
  <property fmtid="{D5CDD505-2E9C-101B-9397-08002B2CF9AE}" pid="3" name="MediaServiceImageTags">
    <vt:lpwstr/>
  </property>
</Properties>
</file>